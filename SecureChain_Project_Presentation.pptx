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_80000000_BBE0204D.xml" ContentType="application/vnd.openxmlformats-officedocument.presentationml.slideMaster+xml"/>
  <Override PartName="/ppt/slides/slide_A01_9D52E0B1.xml" ContentType="application/vnd.openxmlformats-officedocument.presentationml.slide+xml"/>
  <Override PartName="/ppt/slides/slide_A02_F244EDC4.xml" ContentType="application/vnd.openxmlformats-officedocument.presentationml.slide+xml"/>
  <Override PartName="/ppt/slides/slide_A03_4D6E8644.xml" ContentType="application/vnd.openxmlformats-officedocument.presentationml.slide+xml"/>
  <Override PartName="/ppt/slides/slide_A04_8AF46A6B.xml" ContentType="application/vnd.openxmlformats-officedocument.presentationml.slide+xml"/>
  <Override PartName="/ppt/slides/slide_A05_E256904A.xml" ContentType="application/vnd.openxmlformats-officedocument.presentationml.slide+xml"/>
  <Override PartName="/ppt/slides/slide_A06_81BD0FD1.xml" ContentType="application/vnd.openxmlformats-officedocument.presentationml.slide+xml"/>
  <Override PartName="/ppt/slides/slide_A07_335FC2A1.xml" ContentType="application/vnd.openxmlformats-officedocument.presentationml.slide+xml"/>
  <Override PartName="/ppt/slides/slide_A08_FD8B829D.xml" ContentType="application/vnd.openxmlformats-officedocument.presentationml.slide+xml"/>
  <Override PartName="/ppt/slides/slide_A09_359F37F6.xml" ContentType="application/vnd.openxmlformats-officedocument.presentationml.slide+xml"/>
  <Override PartName="/ppt/notesMasters/notesMaster_0_5DA6EDA8.xml" ContentType="application/vnd.openxmlformats-officedocument.presentationml.notesMaster+xml"/>
  <Override PartName="/ppt/presProps.xml" ContentType="application/vnd.openxmlformats-officedocument.presentationml.presProps+xml"/>
  <Override PartName="/ppt/theme/theme_80000000_BBE0204D.xml" ContentType="application/vnd.openxmlformats-officedocument.theme+xml"/>
  <Override PartName="/ppt/tableStyles.xml" ContentType="application/vnd.openxmlformats-officedocument.presentationml.tableStyles+xml"/>
  <Override PartName="/ppt/slideLayouts/slideLayout_80000001_B078E725.xml" ContentType="application/vnd.openxmlformats-officedocument.presentationml.slideLayout+xml"/>
  <Override PartName="/ppt/slideLayouts/slideLayout_80000002_A203951C.xml" ContentType="application/vnd.openxmlformats-officedocument.presentationml.slideLayout+xml"/>
  <Override PartName="/ppt/slideLayouts/slideLayout_80000003_4F68A79B.xml" ContentType="application/vnd.openxmlformats-officedocument.presentationml.slideLayout+xml"/>
  <Override PartName="/ppt/slideLayouts/slideLayout_80000004_403E0ADD.xml" ContentType="application/vnd.openxmlformats-officedocument.presentationml.slideLayout+xml"/>
  <Override PartName="/ppt/slideLayouts/slideLayout_80000005_100D2EE8.xml" ContentType="application/vnd.openxmlformats-officedocument.presentationml.slideLayout+xml"/>
  <Override PartName="/ppt/slideLayouts/slideLayout_80000006_7BA63944.xml" ContentType="application/vnd.openxmlformats-officedocument.presentationml.slideLayout+xml"/>
  <Override PartName="/ppt/slideLayouts/slideLayout_80000007_7F824A87.xml" ContentType="application/vnd.openxmlformats-officedocument.presentationml.slideLayout+xml"/>
  <Override PartName="/ppt/slideLayouts/slideLayout_80000008_19AA2DA0.xml" ContentType="application/vnd.openxmlformats-officedocument.presentationml.slideLayout+xml"/>
  <Override PartName="/ppt/slideLayouts/slideLayout_80000009_78A9EF35.xml" ContentType="application/vnd.openxmlformats-officedocument.presentationml.slideLayout+xml"/>
  <Override PartName="/ppt/slideLayouts/slideLayout_8000000A_E4CDCBF1.xml" ContentType="application/vnd.openxmlformats-officedocument.presentationml.slideLayout+xml"/>
  <Override PartName="/ppt/slideLayouts/slideLayout_8000000B_E2F49D6C.xml" ContentType="application/vnd.openxmlformats-officedocument.presentationml.slideLayout+xml"/>
  <Override PartName="/ppt/slideLayouts/slideLayout_80000018_FDCC2379.xml" ContentType="application/vnd.openxmlformats-officedocument.presentationml.slideLayout+xml"/>
  <Override PartName="/ppt/slideLayouts/slideLayout_80000019_6798F75C.xml" ContentType="application/vnd.openxmlformats-officedocument.presentationml.slideLayout+xml"/>
  <Override PartName="/ppt/slideLayouts/slideLayout_8000001A_F9D89739.xml" ContentType="application/vnd.openxmlformats-officedocument.presentationml.slideLayout+xml"/>
  <Override PartName="/ppt/slideLayouts/slideLayout_8000001B_C438275A.xml" ContentType="application/vnd.openxmlformats-officedocument.presentationml.slideLayout+xml"/>
  <Override PartName="/ppt/slideLayouts/slideLayout_8000001C_F94C56EC.xml" ContentType="application/vnd.openxmlformats-officedocument.presentationml.slideLayout+xml"/>
  <Override PartName="/ppt/slideLayouts/slideLayout_8000001D_7944DCF5.xml" ContentType="application/vnd.openxmlformats-officedocument.presentationml.slideLayout+xml"/>
  <Override PartName="/ppt/slideLayouts/slideLayout_8000001E_F951B9BF.xml" ContentType="application/vnd.openxmlformats-officedocument.presentationml.slideLayout+xml"/>
  <Override PartName="/ppt/slideLayouts/slideLayout_8000001F_5A043CDE.xml" ContentType="application/vnd.openxmlformats-officedocument.presentationml.slideLayout+xml"/>
  <Override PartName="/ppt/slideLayouts/slideLayout_80000020_6CD0BB7D.xml" ContentType="application/vnd.openxmlformats-officedocument.presentationml.slideLayout+xml"/>
  <Override PartName="/ppt/slideLayouts/slideLayout_80000021_90D25437.xml" ContentType="application/vnd.openxmlformats-officedocument.presentationml.slideLayout+xml"/>
  <Override PartName="/ppt/slideLayouts/slideLayout_80000022_54D5C7BF.xml" ContentType="application/vnd.openxmlformats-officedocument.presentationml.slideLayout+xml"/>
  <Override PartName="/ppt/slideLayouts/slideLayout_80000023_2DCBC460.xml" ContentType="application/vnd.openxmlformats-officedocument.presentationml.slideLayout+xml"/>
  <Override PartName="/ppt/slideLayouts/slideLayout_80000024_84BEE8CB.xml" ContentType="application/vnd.openxmlformats-officedocument.presentationml.slideLayout+xml"/>
  <Override PartName="/ppt/slideLayouts/slideLayout_80000025_676CA0FC.xml" ContentType="application/vnd.openxmlformats-officedocument.presentationml.slideLayout+xml"/>
  <Override PartName="/ppt/slideLayouts/slideLayout_80000026_173DDE00.xml" ContentType="application/vnd.openxmlformats-officedocument.presentationml.slideLayout+xml"/>
  <Override PartName="/ppt/slideLayouts/slideLayout_80000027_D0D4E4F5.xml" ContentType="application/vnd.openxmlformats-officedocument.presentationml.slideLayout+xml"/>
  <Override PartName="/ppt/slideLayouts/slideLayout_80000028_9E746175.xml" ContentType="application/vnd.openxmlformats-officedocument.presentationml.slideLayout+xml"/>
  <Override PartName="/ppt/slideLayouts/slideLayout_80000029_30A4C8DD.xml" ContentType="application/vnd.openxmlformats-officedocument.presentationml.slideLayout+xml"/>
  <Override PartName="/ppt/slideLayouts/slideLayout_8000002A_8C03E6F3.xml" ContentType="application/vnd.openxmlformats-officedocument.presentationml.slideLayout+xml"/>
  <Override PartName="/ppt/slideLayouts/slideLayout_8000002B_AE6283E8.xml" ContentType="application/vnd.openxmlformats-officedocument.presentationml.slideLayout+xml"/>
  <Override PartName="/ppt/slideLayouts/slideLayout_8000002C_548D528B.xml" ContentType="application/vnd.openxmlformats-officedocument.presentationml.slideLayout+xml"/>
  <Override PartName="/ppt/slideLayouts/slideLayout_8000002D_F79C3925.xml" ContentType="application/vnd.openxmlformats-officedocument.presentationml.slideLayout+xml"/>
  <Override PartName="/ppt/slideLayouts/slideLayout_8000002E_A3A3CB2E.xml" ContentType="application/vnd.openxmlformats-officedocument.presentationml.slideLayout+xml"/>
  <Override PartName="/ppt/slideLayouts/slideLayout_8000002F_3BCCAEB5.xml" ContentType="application/vnd.openxmlformats-officedocument.presentationml.slideLayout+xml"/>
  <Override PartName="/ppt/slideLayouts/slideLayout_80000030_7D92D1E6.xml" ContentType="application/vnd.openxmlformats-officedocument.presentationml.slideLayout+xml"/>
  <Override PartName="/ppt/slideLayouts/slideLayout_80000031_3AB2AE59.xml" ContentType="application/vnd.openxmlformats-officedocument.presentationml.slideLayout+xml"/>
  <Override PartName="/ppt/slideLayouts/slideLayout_80000032_E1472D06.xml" ContentType="application/vnd.openxmlformats-officedocument.presentationml.slideLayout+xml"/>
  <Override PartName="/ppt/slideLayouts/slideLayout_80000033_E43F8E54.xml" ContentType="application/vnd.openxmlformats-officedocument.presentationml.slideLayout+xml"/>
  <Override PartName="/ppt/slideLayouts/slideLayout_80000034_A4398F93.xml" ContentType="application/vnd.openxmlformats-officedocument.presentationml.slideLayout+xml"/>
  <Override PartName="/ppt/slideLayouts/slideLayout_80000035_F35AEA1F.xml" ContentType="application/vnd.openxmlformats-officedocument.presentationml.slideLayout+xml"/>
  <Override PartName="/ppt/slideLayouts/slideLayout_80000036_EE5774A4.xml" ContentType="application/vnd.openxmlformats-officedocument.presentationml.slideLayout+xml"/>
  <Override PartName="/ppt/slideLayouts/slideLayout_80000037_70644119.xml" ContentType="application/vnd.openxmlformats-officedocument.presentationml.slideLayout+xml"/>
  <Override PartName="/ppt/slideLayouts/slideLayout_80000038_9A995069.xml" ContentType="application/vnd.openxmlformats-officedocument.presentationml.slideLayout+xml"/>
  <Override PartName="/ppt/slideLayouts/slideLayout_80000039_CD4EC677.xml" ContentType="application/vnd.openxmlformats-officedocument.presentationml.slideLayout+xml"/>
  <Override PartName="/ppt/slideLayouts/slideLayout_8000003A_74B79E66.xml" ContentType="application/vnd.openxmlformats-officedocument.presentationml.slideLayout+xml"/>
  <Override PartName="/ppt/slideLayouts/slideLayout_8000003B_AC303027.xml" ContentType="application/vnd.openxmlformats-officedocument.presentationml.slideLayout+xml"/>
  <Override PartName="/ppt/slideLayouts/slideLayout_8000003C_AE335830.xml" ContentType="application/vnd.openxmlformats-officedocument.presentationml.slideLayout+xml"/>
  <Override PartName="/ppt/slideLayouts/slideLayout_8000003D_459A6F38.xml" ContentType="application/vnd.openxmlformats-officedocument.presentationml.slideLayout+xml"/>
  <Override PartName="/ppt/slideLayouts/slideLayout_8000003E_F11C3607.xml" ContentType="application/vnd.openxmlformats-officedocument.presentationml.slideLayout+xml"/>
  <Override PartName="/ppt/slideLayouts/slideLayout_8000003F_B61B6B3C.xml" ContentType="application/vnd.openxmlformats-officedocument.presentationml.slideLayout+xml"/>
  <Override PartName="/ppt/theme/theme_0_5DA6EDA8.xml" ContentType="application/vnd.openxmlformats-officedocument.theme+xml"/>
  <Override PartName="/ppt/notesSlides/notesSlide_A01_9D52E0B1.xml" ContentType="application/vnd.openxmlformats-officedocument.presentationml.notesSlide+xml"/>
  <Override PartName="/ppt/notesSlides/notesSlide_A02_F244EDC4.xml" ContentType="application/vnd.openxmlformats-officedocument.presentationml.notesSlide+xml"/>
  <Override PartName="/ppt/notesSlides/notesSlide_A03_4D6E8644.xml" ContentType="application/vnd.openxmlformats-officedocument.presentationml.notesSlide+xml"/>
  <Override PartName="/ppt/notesSlides/notesSlide_A04_8AF46A6B.xml" ContentType="application/vnd.openxmlformats-officedocument.presentationml.notesSlide+xml"/>
  <Override PartName="/ppt/notesSlides/notesSlide_A05_E256904A.xml" ContentType="application/vnd.openxmlformats-officedocument.presentationml.notesSlide+xml"/>
  <Override PartName="/ppt/notesSlides/notesSlide_A06_81BD0FD1.xml" ContentType="application/vnd.openxmlformats-officedocument.presentationml.notesSlide+xml"/>
  <Override PartName="/ppt/notesSlides/notesSlide_A07_335FC2A1.xml" ContentType="application/vnd.openxmlformats-officedocument.presentationml.notesSlide+xml"/>
  <Override PartName="/ppt/notesSlides/notesSlide_A08_FD8B829D.xml" ContentType="application/vnd.openxmlformats-officedocument.presentationml.notesSlide+xml"/>
  <Override PartName="/ppt/notesSlides/notesSlide_A09_359F37F6.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1" r:id="rId2"/>
    <p:sldId id="2562" r:id="rId3"/>
    <p:sldId id="2563" r:id="rId4"/>
    <p:sldId id="2564" r:id="rId5"/>
    <p:sldId id="2565" r:id="rId6"/>
    <p:sldId id="2566" r:id="rId7"/>
    <p:sldId id="2567" r:id="rId8"/>
    <p:sldId id="2568" r:id="rId9"/>
    <p:sldId id="2569"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ureChain Enterprise Platform: A Blockchain-Based Secure Transaction System" id="{43E6D7E6-8350-4354-94D1-70866F17AA33}">
          <p14:sldIdLst>
            <p14:sldId id="2561"/>
          </p14:sldIdLst>
        </p14:section>
        <p14:section name="Project Overview and System Architecture" id="{7DB7CD69-F2A0-4DD9-81FA-332C85FE4927}">
          <p14:sldIdLst>
            <p14:sldId id="2562"/>
            <p14:sldId id="2563"/>
            <p14:sldId id="2564"/>
            <p14:sldId id="2565"/>
          </p14:sldIdLst>
        </p14:section>
        <p14:section name="Blockchain, Cybersecurity, and Payment Integration" id="{28DD66E8-33B9-4282-BC00-7F98348DAA33}">
          <p14:sldIdLst>
            <p14:sldId id="2566"/>
            <p14:sldId id="2567"/>
            <p14:sldId id="2568"/>
            <p14:sldId id="25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Id8" Type="http://schemas.openxmlformats.org/officeDocument/2006/relationships/slide" Target="slides/slide_A07_335FC2A1.xml"/><Relationship Id="rId13" Type="http://schemas.openxmlformats.org/officeDocument/2006/relationships/theme" Target="theme/theme_80000000_BBE0204D.xml"/><Relationship Id="rId3" Type="http://schemas.openxmlformats.org/officeDocument/2006/relationships/slide" Target="slides/slide_A02_F244EDC4.xml"/><Relationship Id="rId7" Type="http://schemas.openxmlformats.org/officeDocument/2006/relationships/slide" Target="slides/slide_A06_81BD0FD1.xml"/><Relationship Id="rId12" Type="http://schemas.openxmlformats.org/officeDocument/2006/relationships/presProps" Target="presProps.xml"/><Relationship Id="rId2" Type="http://schemas.openxmlformats.org/officeDocument/2006/relationships/slide" Target="slides/slide_A01_9D52E0B1.xml"/><Relationship Id="rId1" Type="http://schemas.openxmlformats.org/officeDocument/2006/relationships/slideMaster" Target="slideMasters/slideMaster_80000000_BBE0204D.xml"/><Relationship Id="rId6" Type="http://schemas.openxmlformats.org/officeDocument/2006/relationships/slide" Target="slides/slide_A05_E256904A.xml"/><Relationship Id="rId11" Type="http://schemas.openxmlformats.org/officeDocument/2006/relationships/notesMaster" Target="notesMasters/notesMaster_0_5DA6EDA8.xml"/><Relationship Id="rId5" Type="http://schemas.openxmlformats.org/officeDocument/2006/relationships/slide" Target="slides/slide_A04_8AF46A6B.xml"/><Relationship Id="rId10" Type="http://schemas.openxmlformats.org/officeDocument/2006/relationships/slide" Target="slides/slide_A09_359F37F6.xml"/><Relationship Id="rId4" Type="http://schemas.openxmlformats.org/officeDocument/2006/relationships/slide" Target="slides/slide_A03_4D6E8644.xml"/><Relationship Id="rId9" Type="http://schemas.openxmlformats.org/officeDocument/2006/relationships/slide" Target="slides/slide_A08_FD8B829D.xml"/><Relationship Id="rId14" Type="http://schemas.openxmlformats.org/officeDocument/2006/relationships/tableStyles" Target="tableStyles.xml"/></Relationships>
</file>

<file path=ppt/notesMasters/_rels/notesMaster_0_5DA6EDA8.xml.rels><?xml version="1.0" encoding="UTF-8" standalone="yes"?>
<Relationships xmlns="http://schemas.openxmlformats.org/package/2006/relationships"><Relationship Id="rId1" Type="http://schemas.openxmlformats.org/officeDocument/2006/relationships/theme" Target="../theme/theme_0_5DA6EDA8.xml"/></Relationships>
</file>

<file path=ppt/notesMasters/notesMaster_0_5DA6EDA8.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5D125B-2B4E-48F8-B51E-A6B76CF64487}" type="datetimeFigureOut">
              <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3D0D845-CD78-4216-B169-20AB2BA3071E}" type="slidenum">
              <a:t/>
            </a:fld>
            <a:endParaRPr lang="en-US"/>
          </a:p>
        </p:txBody>
      </p:sp>
    </p:spTree>
    <p:extLst>
      <p:ext uri="{BB962C8B-B14F-4D97-AF65-F5344CB8AC3E}">
        <p14:creationId xmlns:p14="http://schemas.microsoft.com/office/powerpoint/2010/main" val="15712209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_A01_9D52E0B1.xml.rels><?xml version="1.0" encoding="UTF-8" standalone="yes"?>
<Relationships xmlns="http://schemas.openxmlformats.org/package/2006/relationships"><Relationship Id="rId2" Type="http://schemas.openxmlformats.org/officeDocument/2006/relationships/slide" Target="../slides/slide_A01_9D52E0B1.xml"/><Relationship Id="rId1" Type="http://schemas.openxmlformats.org/officeDocument/2006/relationships/notesMaster" Target="../notesMasters/notesMaster_0_5DA6EDA8.xml"/></Relationships>
</file>

<file path=ppt/notesSlides/_rels/notesSlide_A02_F244EDC4.xml.rels><?xml version="1.0" encoding="UTF-8" standalone="yes"?>
<Relationships xmlns="http://schemas.openxmlformats.org/package/2006/relationships"><Relationship Id="rId2" Type="http://schemas.openxmlformats.org/officeDocument/2006/relationships/slide" Target="../slides/slide_A02_F244EDC4.xml"/><Relationship Id="rId1" Type="http://schemas.openxmlformats.org/officeDocument/2006/relationships/notesMaster" Target="../notesMasters/notesMaster_0_5DA6EDA8.xml"/></Relationships>
</file>

<file path=ppt/notesSlides/_rels/notesSlide_A03_4D6E8644.xml.rels><?xml version="1.0" encoding="UTF-8" standalone="yes"?>
<Relationships xmlns="http://schemas.openxmlformats.org/package/2006/relationships"><Relationship Id="rId2" Type="http://schemas.openxmlformats.org/officeDocument/2006/relationships/slide" Target="../slides/slide_A03_4D6E8644.xml"/><Relationship Id="rId1" Type="http://schemas.openxmlformats.org/officeDocument/2006/relationships/notesMaster" Target="../notesMasters/notesMaster_0_5DA6EDA8.xml"/></Relationships>
</file>

<file path=ppt/notesSlides/_rels/notesSlide_A04_8AF46A6B.xml.rels><?xml version="1.0" encoding="UTF-8" standalone="yes"?>
<Relationships xmlns="http://schemas.openxmlformats.org/package/2006/relationships"><Relationship Id="rId2" Type="http://schemas.openxmlformats.org/officeDocument/2006/relationships/slide" Target="../slides/slide_A04_8AF46A6B.xml"/><Relationship Id="rId1" Type="http://schemas.openxmlformats.org/officeDocument/2006/relationships/notesMaster" Target="../notesMasters/notesMaster_0_5DA6EDA8.xml"/></Relationships>
</file>

<file path=ppt/notesSlides/_rels/notesSlide_A05_E256904A.xml.rels><?xml version="1.0" encoding="UTF-8" standalone="yes"?>
<Relationships xmlns="http://schemas.openxmlformats.org/package/2006/relationships"><Relationship Id="rId2" Type="http://schemas.openxmlformats.org/officeDocument/2006/relationships/slide" Target="../slides/slide_A05_E256904A.xml"/><Relationship Id="rId1" Type="http://schemas.openxmlformats.org/officeDocument/2006/relationships/notesMaster" Target="../notesMasters/notesMaster_0_5DA6EDA8.xml"/></Relationships>
</file>

<file path=ppt/notesSlides/_rels/notesSlide_A06_81BD0FD1.xml.rels><?xml version="1.0" encoding="UTF-8" standalone="yes"?>
<Relationships xmlns="http://schemas.openxmlformats.org/package/2006/relationships"><Relationship Id="rId2" Type="http://schemas.openxmlformats.org/officeDocument/2006/relationships/slide" Target="../slides/slide_A06_81BD0FD1.xml"/><Relationship Id="rId1" Type="http://schemas.openxmlformats.org/officeDocument/2006/relationships/notesMaster" Target="../notesMasters/notesMaster_0_5DA6EDA8.xml"/></Relationships>
</file>

<file path=ppt/notesSlides/_rels/notesSlide_A07_335FC2A1.xml.rels><?xml version="1.0" encoding="UTF-8" standalone="yes"?>
<Relationships xmlns="http://schemas.openxmlformats.org/package/2006/relationships"><Relationship Id="rId2" Type="http://schemas.openxmlformats.org/officeDocument/2006/relationships/slide" Target="../slides/slide_A07_335FC2A1.xml"/><Relationship Id="rId1" Type="http://schemas.openxmlformats.org/officeDocument/2006/relationships/notesMaster" Target="../notesMasters/notesMaster_0_5DA6EDA8.xml"/></Relationships>
</file>

<file path=ppt/notesSlides/_rels/notesSlide_A08_FD8B829D.xml.rels><?xml version="1.0" encoding="UTF-8" standalone="yes"?>
<Relationships xmlns="http://schemas.openxmlformats.org/package/2006/relationships"><Relationship Id="rId2" Type="http://schemas.openxmlformats.org/officeDocument/2006/relationships/slide" Target="../slides/slide_A08_FD8B829D.xml"/><Relationship Id="rId1" Type="http://schemas.openxmlformats.org/officeDocument/2006/relationships/notesMaster" Target="../notesMasters/notesMaster_0_5DA6EDA8.xml"/></Relationships>
</file>

<file path=ppt/notesSlides/_rels/notesSlide_A09_359F37F6.xml.rels><?xml version="1.0" encoding="UTF-8" standalone="yes"?>
<Relationships xmlns="http://schemas.openxmlformats.org/package/2006/relationships"><Relationship Id="rId2" Type="http://schemas.openxmlformats.org/officeDocument/2006/relationships/slide" Target="../slides/slide_A09_359F37F6.xml"/><Relationship Id="rId1" Type="http://schemas.openxmlformats.org/officeDocument/2006/relationships/notesMaster" Target="../notesMasters/notesMaster_0_5DA6EDA8.xml"/></Relationships>
</file>

<file path=ppt/notesSlides/notesSlide_A01_9D52E0B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5DAFF653-44CF-4084-9092-F9A9234A3CE0}" type="slidenum">
              <a:t/>
            </a:fld>
            <a:endParaRPr lang="en-US"/>
          </a:p>
        </p:txBody>
      </p:sp>
    </p:spTree>
    <p:extLst>
      <p:ext uri="{BB962C8B-B14F-4D97-AF65-F5344CB8AC3E}">
        <p14:creationId xmlns:p14="http://schemas.microsoft.com/office/powerpoint/2010/main" val="863742797"/>
      </p:ext>
    </p:extLst>
  </p:cSld>
  <p:clrMapOvr>
    <a:masterClrMapping/>
  </p:clrMapOvr>
</p:notes>
</file>

<file path=ppt/notesSlides/notesSlide_A02_F244EDC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Project Vision, Objectives, and Real-World Relevance, Client-Server Architecture and Networking Design, Server-Based Deployment Strategy</a:t>
            </a:r>
          </a:p>
        </p:txBody>
      </p:sp>
      <p:sp>
        <p:nvSpPr>
          <p:cNvPr id="4" name="Slide Number Placeholder 3"/>
          <p:cNvSpPr>
            <a:spLocks noGrp="1"/>
          </p:cNvSpPr>
          <p:nvPr>
            <p:ph type="sldNum" sz="quarter" idx="5"/>
          </p:nvPr>
        </p:nvSpPr>
        <p:spPr/>
        <p:txBody>
          <a:bodyPr/>
          <a:lstStyle/>
          <a:p>
            <a:fld id="{5DAFF653-44CF-4084-9092-F9A9234A3CE0}" type="slidenum">
              <a:t/>
            </a:fld>
            <a:endParaRPr lang="en-US"/>
          </a:p>
        </p:txBody>
      </p:sp>
    </p:spTree>
    <p:extLst>
      <p:ext uri="{BB962C8B-B14F-4D97-AF65-F5344CB8AC3E}">
        <p14:creationId xmlns:p14="http://schemas.microsoft.com/office/powerpoint/2010/main" val="3763607094"/>
      </p:ext>
    </p:extLst>
  </p:cSld>
  <p:clrMapOvr>
    <a:masterClrMapping/>
  </p:clrMapOvr>
</p:notes>
</file>

<file path=ppt/notesSlides/notesSlide_A03_4D6E86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SecureChain Enterprise Platform is designed as a flagship C# and .NET desktop application that demonstrates how modern enterprise systems can securely handle digital transactions using blockchain, cybersecurity, networking, and payment gateway technologies. The core vision of the project is to eliminate fraud, data tampering, and trust issues commonly found in traditional centralized transaction systems. By combining a desktop-based client application with a secure server-side deployment, the system reflects how real-world financial and enterprise platforms are built and operated. The primary objective is to allow users to perform secure transactions—such as purchasing digital services or assets—while ensuring that every transaction is verifiable, immutable, and protected against cyber threats. Blockchain technology is used to record transaction hashes and timestamps, making the data tamper-proof and transparent. Cybersecurity mechanisms such as encryption, hashing, authentication, and intrusion detection ensure that sensitive user and payment data remain protected. Payment gateway integration enables real-world transaction handling through sandbox environments like Stripe or Razorpay, demonstrating FinTech capabilities. Networking concepts such as client-server communication, REST APIs, and secure data transfer are central to the system’s operation. This project is highly relevant to industries like FinTech, e-commerce, secure digital marketplaces, and enterprise transaction platforms. It also aligns strongly with job roles in software development, cybersecurity, blockchain engineering, and system architecture, making it an ideal high-impact academic and portfolio project.</a:t>
            </a:r>
          </a:p>
        </p:txBody>
      </p:sp>
      <p:sp>
        <p:nvSpPr>
          <p:cNvPr id="4" name="Slide Number Placeholder 3"/>
          <p:cNvSpPr>
            <a:spLocks noGrp="1"/>
          </p:cNvSpPr>
          <p:nvPr>
            <p:ph type="sldNum" sz="quarter" idx="5"/>
          </p:nvPr>
        </p:nvSpPr>
        <p:spPr/>
        <p:txBody>
          <a:bodyPr/>
          <a:lstStyle/>
          <a:p>
            <a:fld id="{5DAFF653-44CF-4084-9092-F9A9234A3CE0}" type="slidenum">
              <a:t/>
            </a:fld>
            <a:endParaRPr lang="en-US"/>
          </a:p>
        </p:txBody>
      </p:sp>
    </p:spTree>
    <p:extLst>
      <p:ext uri="{BB962C8B-B14F-4D97-AF65-F5344CB8AC3E}">
        <p14:creationId xmlns:p14="http://schemas.microsoft.com/office/powerpoint/2010/main" val="1645284850"/>
      </p:ext>
    </p:extLst>
  </p:cSld>
  <p:clrMapOvr>
    <a:masterClrMapping/>
  </p:clrMapOvr>
</p:notes>
</file>

<file path=ppt/notesSlides/notesSlide_A04_8AF46A6B.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SecureChain Enterprise Platform follows a robust client-server architecture, which is the backbone of most enterprise-grade applications. The client side is implemented as a C# .NET desktop application using WPF or WinForms, providing a rich and responsive user interface for end users. This desktop client handles user interactions such as login, browsing services, initiating payments, and viewing transaction history. All business logic and sensitive operations are delegated to the backend server to ensure security and scalability. The server side is developed using ASP.NET Core Web API and is deployed on a local server or cloud infrastructure such as Azure or AWS. Communication between the client and server occurs over secure network channels using RESTful APIs and HTTPS. Networking concepts such as request-response models, stateless communication, and token-based authentication are implemented to simulate real-world enterprise systems. The server manages database operations, blockchain interactions, payment gateway communication, and security monitoring. This separation of concerns improves system maintainability and allows multiple clients to connect simultaneously. Additionally, the architecture supports future scalability, such as adding mobile clients or web interfaces, making the project a realistic representation of modern distributed systems.</a:t>
            </a:r>
          </a:p>
        </p:txBody>
      </p:sp>
      <p:sp>
        <p:nvSpPr>
          <p:cNvPr id="4" name="Slide Number Placeholder 3"/>
          <p:cNvSpPr>
            <a:spLocks noGrp="1"/>
          </p:cNvSpPr>
          <p:nvPr>
            <p:ph type="sldNum" sz="quarter" idx="5"/>
          </p:nvPr>
        </p:nvSpPr>
        <p:spPr/>
        <p:txBody>
          <a:bodyPr/>
          <a:lstStyle/>
          <a:p>
            <a:fld id="{5DAFF653-44CF-4084-9092-F9A9234A3CE0}" type="slidenum">
              <a:t/>
            </a:fld>
            <a:endParaRPr lang="en-US"/>
          </a:p>
        </p:txBody>
      </p:sp>
    </p:spTree>
    <p:extLst>
      <p:ext uri="{BB962C8B-B14F-4D97-AF65-F5344CB8AC3E}">
        <p14:creationId xmlns:p14="http://schemas.microsoft.com/office/powerpoint/2010/main" val="940729425"/>
      </p:ext>
    </p:extLst>
  </p:cSld>
  <p:clrMapOvr>
    <a:masterClrMapping/>
  </p:clrMapOvr>
</p:notes>
</file>

<file path=ppt/notesSlides/notesSlide_A05_E256904A.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Server-based deployment is a critical aspect of the SecureChain Enterprise Platform, as it demonstrates how applications transition from development environments to real-world usage. The backend server is deployed as a centralized service that handles all core operations, including authentication, transaction processing, blockchain logging, and payment verification. This server can be hosted on a physical machine, a virtual machine, or a cloud platform, depending on project scope. The deployment includes configuring secure endpoints, enabling HTTPS, and managing environment variables for sensitive credentials such as payment gateway keys. Database services like SQL Server are hosted alongside the server to store user profiles, encrypted data references, and transaction metadata. Blockchain nodes, whether simulated or connected to a test network, are also managed at the server level. This deployment model ensures that critical logic is protected from client-side tampering and allows administrators to monitor system health, logs, and network activity. Demonstrating server-based deployment adds strong practical value to the project, as it mirrors enterprise application hosting, DevOps practices, and secure service management used in real organizations.</a:t>
            </a:r>
          </a:p>
        </p:txBody>
      </p:sp>
      <p:sp>
        <p:nvSpPr>
          <p:cNvPr id="4" name="Slide Number Placeholder 3"/>
          <p:cNvSpPr>
            <a:spLocks noGrp="1"/>
          </p:cNvSpPr>
          <p:nvPr>
            <p:ph type="sldNum" sz="quarter" idx="5"/>
          </p:nvPr>
        </p:nvSpPr>
        <p:spPr/>
        <p:txBody>
          <a:bodyPr/>
          <a:lstStyle/>
          <a:p>
            <a:fld id="{5DAFF653-44CF-4084-9092-F9A9234A3CE0}" type="slidenum">
              <a:t/>
            </a:fld>
            <a:endParaRPr lang="en-US"/>
          </a:p>
        </p:txBody>
      </p:sp>
    </p:spTree>
    <p:extLst>
      <p:ext uri="{BB962C8B-B14F-4D97-AF65-F5344CB8AC3E}">
        <p14:creationId xmlns:p14="http://schemas.microsoft.com/office/powerpoint/2010/main" val="3179949631"/>
      </p:ext>
    </p:extLst>
  </p:cSld>
  <p:clrMapOvr>
    <a:masterClrMapping/>
  </p:clrMapOvr>
</p:notes>
</file>

<file path=ppt/notesSlides/notesSlide_A06_81BD0FD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Blockchain Integration for Secure and Tamper-Proof Transactions, Cybersecurity Mechanisms and Threat Protection, Payment Gateway Integration and Secure Transaction Flow</a:t>
            </a:r>
          </a:p>
        </p:txBody>
      </p:sp>
      <p:sp>
        <p:nvSpPr>
          <p:cNvPr id="4" name="Slide Number Placeholder 3"/>
          <p:cNvSpPr>
            <a:spLocks noGrp="1"/>
          </p:cNvSpPr>
          <p:nvPr>
            <p:ph type="sldNum" sz="quarter" idx="5"/>
          </p:nvPr>
        </p:nvSpPr>
        <p:spPr/>
        <p:txBody>
          <a:bodyPr/>
          <a:lstStyle/>
          <a:p>
            <a:fld id="{5DAFF653-44CF-4084-9092-F9A9234A3CE0}" type="slidenum">
              <a:t/>
            </a:fld>
            <a:endParaRPr lang="en-US"/>
          </a:p>
        </p:txBody>
      </p:sp>
    </p:spTree>
    <p:extLst>
      <p:ext uri="{BB962C8B-B14F-4D97-AF65-F5344CB8AC3E}">
        <p14:creationId xmlns:p14="http://schemas.microsoft.com/office/powerpoint/2010/main" val="1436990241"/>
      </p:ext>
    </p:extLst>
  </p:cSld>
  <p:clrMapOvr>
    <a:masterClrMapping/>
  </p:clrMapOvr>
</p:notes>
</file>

<file path=ppt/notesSlides/notesSlide_A07_335FC2A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Blockchain technology is a central pillar of the SecureChain Enterprise Platform, providing immutability, transparency, and trust in digital transactions. In this project, blockchain is used to store critical transaction data such as transaction hashes, timestamps, user identifiers (encrypted), and payment confirmation references. Each transaction is converted into a cryptographic hash using SHA-256, ensuring that even a small change in data results in a completely different hash. These hashes are stored in blockchain blocks that are cryptographically linked to previous blocks, making tampering virtually impossible. The project can use a private blockchain simulation for academic purposes, where blocks are generated and validated within the server environment, or it can connect to a public test network like Ethereum for advanced implementation. The blockchain layer allows any transaction to be verified at a later time by recomputing the hash and comparing it with the blockchain record. This mechanism is highly effective for fraud prevention, dispute resolution, and audit trails. By integrating blockchain into a desktop-based enterprise system, the project clearly demonstrates how distributed ledger technology can be applied beyond cryptocurrencies into secure business applications.</a:t>
            </a:r>
          </a:p>
        </p:txBody>
      </p:sp>
      <p:sp>
        <p:nvSpPr>
          <p:cNvPr id="4" name="Slide Number Placeholder 3"/>
          <p:cNvSpPr>
            <a:spLocks noGrp="1"/>
          </p:cNvSpPr>
          <p:nvPr>
            <p:ph type="sldNum" sz="quarter" idx="5"/>
          </p:nvPr>
        </p:nvSpPr>
        <p:spPr/>
        <p:txBody>
          <a:bodyPr/>
          <a:lstStyle/>
          <a:p>
            <a:fld id="{5DAFF653-44CF-4084-9092-F9A9234A3CE0}" type="slidenum">
              <a:t/>
            </a:fld>
            <a:endParaRPr lang="en-US"/>
          </a:p>
        </p:txBody>
      </p:sp>
    </p:spTree>
    <p:extLst>
      <p:ext uri="{BB962C8B-B14F-4D97-AF65-F5344CB8AC3E}">
        <p14:creationId xmlns:p14="http://schemas.microsoft.com/office/powerpoint/2010/main" val="158423858"/>
      </p:ext>
    </p:extLst>
  </p:cSld>
  <p:clrMapOvr>
    <a:masterClrMapping/>
  </p:clrMapOvr>
</p:notes>
</file>

<file path=ppt/notesSlides/notesSlide_A08_FD8B829D.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Cybersecurity is deeply integrated into every layer of the SecureChain Enterprise Platform to protect data, users, and transactions from cyber threats. User authentication is secured using hashed passwords with SHA-256 and optional two-factor authentication through one-time passwords. Once authenticated, users receive JWT tokens that are used to securely access server APIs without repeatedly transmitting credentials. Sensitive data such as personal information and transaction details are encrypted using AES encryption before storage or transmission. RSA public-private key cryptography is used for secure key exchange and digital identity protection. Network security is enforced through HTTPS, preventing man-in-the-middle attacks during client-server communication. The system also includes basic intrusion detection features, such as monitoring multiple failed login attempts, suspicious IP addresses, and abnormal request patterns. Alerts are generated for administrators when potential threats are detected. These cybersecurity measures collectively demonstrate best practices used in real-world enterprise systems, highlighting the importance of defense-in-depth and proactive threat monitoring in modern software applications.</a:t>
            </a:r>
          </a:p>
        </p:txBody>
      </p:sp>
      <p:sp>
        <p:nvSpPr>
          <p:cNvPr id="4" name="Slide Number Placeholder 3"/>
          <p:cNvSpPr>
            <a:spLocks noGrp="1"/>
          </p:cNvSpPr>
          <p:nvPr>
            <p:ph type="sldNum" sz="quarter" idx="5"/>
          </p:nvPr>
        </p:nvSpPr>
        <p:spPr/>
        <p:txBody>
          <a:bodyPr/>
          <a:lstStyle/>
          <a:p>
            <a:fld id="{5DAFF653-44CF-4084-9092-F9A9234A3CE0}" type="slidenum">
              <a:t/>
            </a:fld>
            <a:endParaRPr lang="en-US"/>
          </a:p>
        </p:txBody>
      </p:sp>
    </p:spTree>
    <p:extLst>
      <p:ext uri="{BB962C8B-B14F-4D97-AF65-F5344CB8AC3E}">
        <p14:creationId xmlns:p14="http://schemas.microsoft.com/office/powerpoint/2010/main" val="294364546"/>
      </p:ext>
    </p:extLst>
  </p:cSld>
  <p:clrMapOvr>
    <a:masterClrMapping/>
  </p:clrMapOvr>
</p:notes>
</file>

<file path=ppt/notesSlides/notesSlide_A09_359F37F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Payment gateway integration transforms the SecureChain Enterprise Platform into a realistic FinTech-style application. The system integrates with popular payment gateways such as Stripe or Razorpay using their sandbox environments, allowing safe testing without real financial risk. When a user initiates a purchase from the desktop client, a secure payment request is sent to the server, which then communicates with the payment gateway API. The gateway processes the payment and returns a success or failure response through secure callbacks. Only after a successful payment confirmation does the server proceed to record the transaction on the blockchain, ensuring consistency between financial and blockchain records. This flow prevents fake or incomplete transactions from being logged. Payment identifiers and confirmation codes are securely stored and linked with blockchain transaction hashes for verification. The integration demonstrates key concepts such as secure API usage, transaction validation, and rollback handling in case of failures. By combining payments, blockchain logging, and cybersecurity controls, the project effectively showcases how modern digital transaction systems ensure trust, accountability, and user confidence in enterprise environments.</a:t>
            </a:r>
          </a:p>
        </p:txBody>
      </p:sp>
      <p:sp>
        <p:nvSpPr>
          <p:cNvPr id="4" name="Slide Number Placeholder 3"/>
          <p:cNvSpPr>
            <a:spLocks noGrp="1"/>
          </p:cNvSpPr>
          <p:nvPr>
            <p:ph type="sldNum" sz="quarter" idx="5"/>
          </p:nvPr>
        </p:nvSpPr>
        <p:spPr/>
        <p:txBody>
          <a:bodyPr/>
          <a:lstStyle/>
          <a:p>
            <a:fld id="{5DAFF653-44CF-4084-9092-F9A9234A3CE0}" type="slidenum">
              <a:t/>
            </a:fld>
            <a:endParaRPr lang="en-US"/>
          </a:p>
        </p:txBody>
      </p:sp>
    </p:spTree>
    <p:extLst>
      <p:ext uri="{BB962C8B-B14F-4D97-AF65-F5344CB8AC3E}">
        <p14:creationId xmlns:p14="http://schemas.microsoft.com/office/powerpoint/2010/main" val="1542920001"/>
      </p:ext>
    </p:extLst>
  </p:cSld>
  <p:clrMapOvr>
    <a:masterClrMapping/>
  </p:clrMapOvr>
</p:notes>
</file>

<file path=ppt/slideLayouts/_rels/slideLayout_8000000A_E4CDCBF1.xml.rels><?xml version="1.0" encoding="UTF-8" standalone="yes"?>
<Relationships xmlns="http://schemas.openxmlformats.org/package/2006/relationships"><Relationship Id="rId1" Type="http://schemas.openxmlformats.org/officeDocument/2006/relationships/slideMaster" Target="../slideMasters/slideMaster_80000000_BBE0204D.xml"/></Relationships>
</file>

<file path=ppt/slideLayouts/_rels/slideLayout_8000000B_E2F49D6C.xml.rels><?xml version="1.0" encoding="UTF-8" standalone="yes"?>
<Relationships xmlns="http://schemas.openxmlformats.org/package/2006/relationships"><Relationship Id="rId2" Type="http://schemas.openxmlformats.org/officeDocument/2006/relationships/image" Target="../media/image_516A33.jpeg"/><Relationship Id="rId1" Type="http://schemas.openxmlformats.org/officeDocument/2006/relationships/slideMaster" Target="../slideMasters/slideMaster_80000000_BBE0204D.xml"/></Relationships>
</file>

<file path=ppt/slideLayouts/_rels/slideLayout_8000001A_F9D89739.xml.rels><?xml version="1.0" encoding="UTF-8" standalone="yes"?>
<Relationships xmlns="http://schemas.openxmlformats.org/package/2006/relationships"><Relationship Id="rId1" Type="http://schemas.openxmlformats.org/officeDocument/2006/relationships/slideMaster" Target="../slideMasters/slideMaster_80000000_BBE0204D.xml"/></Relationships>
</file>

<file path=ppt/slideLayouts/_rels/slideLayout_8000001B_C438275A.xml.rels><?xml version="1.0" encoding="UTF-8" standalone="yes"?>
<Relationships xmlns="http://schemas.openxmlformats.org/package/2006/relationships"><Relationship Id="rId1" Type="http://schemas.openxmlformats.org/officeDocument/2006/relationships/slideMaster" Target="../slideMasters/slideMaster_80000000_BBE0204D.xml"/></Relationships>
</file>

<file path=ppt/slideLayouts/_rels/slideLayout_8000001C_F94C56EC.xml.rels><?xml version="1.0" encoding="UTF-8" standalone="yes"?>
<Relationships xmlns="http://schemas.openxmlformats.org/package/2006/relationships"><Relationship Id="rId1" Type="http://schemas.openxmlformats.org/officeDocument/2006/relationships/slideMaster" Target="../slideMasters/slideMaster_80000000_BBE0204D.xml"/></Relationships>
</file>

<file path=ppt/slideLayouts/_rels/slideLayout_8000001D_7944DCF5.xml.rels><?xml version="1.0" encoding="UTF-8" standalone="yes"?>
<Relationships xmlns="http://schemas.openxmlformats.org/package/2006/relationships"><Relationship Id="rId1" Type="http://schemas.openxmlformats.org/officeDocument/2006/relationships/slideMaster" Target="../slideMasters/slideMaster_80000000_BBE0204D.xml"/></Relationships>
</file>

<file path=ppt/slideLayouts/_rels/slideLayout_8000001E_F951B9BF.xml.rels><?xml version="1.0" encoding="UTF-8" standalone="yes"?>
<Relationships xmlns="http://schemas.openxmlformats.org/package/2006/relationships"><Relationship Id="rId1" Type="http://schemas.openxmlformats.org/officeDocument/2006/relationships/slideMaster" Target="../slideMasters/slideMaster_80000000_BBE0204D.xml"/></Relationships>
</file>

<file path=ppt/slideLayouts/_rels/slideLayout_8000001F_5A043CDE.xml.rels><?xml version="1.0" encoding="UTF-8" standalone="yes"?>
<Relationships xmlns="http://schemas.openxmlformats.org/package/2006/relationships"><Relationship Id="rId2" Type="http://schemas.openxmlformats.org/officeDocument/2006/relationships/image" Target="../media/image_183DEC0C.jpeg"/><Relationship Id="rId1" Type="http://schemas.openxmlformats.org/officeDocument/2006/relationships/slideMaster" Target="../slideMasters/slideMaster_80000000_BBE0204D.xml"/></Relationships>
</file>

<file path=ppt/slideLayouts/_rels/slideLayout_8000002A_8C03E6F3.xml.rels><?xml version="1.0" encoding="UTF-8" standalone="yes"?>
<Relationships xmlns="http://schemas.openxmlformats.org/package/2006/relationships"><Relationship Id="rId2" Type="http://schemas.openxmlformats.org/officeDocument/2006/relationships/image" Target="../media/image_A9B1CCE9.jpeg"/><Relationship Id="rId1" Type="http://schemas.openxmlformats.org/officeDocument/2006/relationships/slideMaster" Target="../slideMasters/slideMaster_80000000_BBE0204D.xml"/></Relationships>
</file>

<file path=ppt/slideLayouts/_rels/slideLayout_8000002B_AE6283E8.xml.rels><?xml version="1.0" encoding="UTF-8" standalone="yes"?>
<Relationships xmlns="http://schemas.openxmlformats.org/package/2006/relationships"><Relationship Id="rId2" Type="http://schemas.openxmlformats.org/officeDocument/2006/relationships/image" Target="../media/image_4487C772.jpeg"/><Relationship Id="rId1" Type="http://schemas.openxmlformats.org/officeDocument/2006/relationships/slideMaster" Target="../slideMasters/slideMaster_80000000_BBE0204D.xml"/></Relationships>
</file>

<file path=ppt/slideLayouts/_rels/slideLayout_8000002C_548D528B.xml.rels><?xml version="1.0" encoding="UTF-8" standalone="yes"?>
<Relationships xmlns="http://schemas.openxmlformats.org/package/2006/relationships"><Relationship Id="rId2" Type="http://schemas.openxmlformats.org/officeDocument/2006/relationships/image" Target="../media/image_797F551F.jpeg"/><Relationship Id="rId1" Type="http://schemas.openxmlformats.org/officeDocument/2006/relationships/slideMaster" Target="../slideMasters/slideMaster_80000000_BBE0204D.xml"/></Relationships>
</file>

<file path=ppt/slideLayouts/_rels/slideLayout_8000002D_F79C3925.xml.rels><?xml version="1.0" encoding="UTF-8" standalone="yes"?>
<Relationships xmlns="http://schemas.openxmlformats.org/package/2006/relationships"><Relationship Id="rId2" Type="http://schemas.openxmlformats.org/officeDocument/2006/relationships/image" Target="../media/image_4487C772.jpeg"/><Relationship Id="rId1" Type="http://schemas.openxmlformats.org/officeDocument/2006/relationships/slideMaster" Target="../slideMasters/slideMaster_80000000_BBE0204D.xml"/></Relationships>
</file>

<file path=ppt/slideLayouts/_rels/slideLayout_8000002E_A3A3CB2E.xml.rels><?xml version="1.0" encoding="UTF-8" standalone="yes"?>
<Relationships xmlns="http://schemas.openxmlformats.org/package/2006/relationships"><Relationship Id="rId2" Type="http://schemas.openxmlformats.org/officeDocument/2006/relationships/image" Target="../media/image_183DEC0C.jpeg"/><Relationship Id="rId1" Type="http://schemas.openxmlformats.org/officeDocument/2006/relationships/slideMaster" Target="../slideMasters/slideMaster_80000000_BBE0204D.xml"/></Relationships>
</file>

<file path=ppt/slideLayouts/_rels/slideLayout_8000002F_3BCCAEB5.xml.rels><?xml version="1.0" encoding="UTF-8" standalone="yes"?>
<Relationships xmlns="http://schemas.openxmlformats.org/package/2006/relationships"><Relationship Id="rId1" Type="http://schemas.openxmlformats.org/officeDocument/2006/relationships/slideMaster" Target="../slideMasters/slideMaster_80000000_BBE0204D.xml"/></Relationships>
</file>

<file path=ppt/slideLayouts/_rels/slideLayout_8000003A_74B79E66.xml.rels><?xml version="1.0" encoding="UTF-8" standalone="yes"?>
<Relationships xmlns="http://schemas.openxmlformats.org/package/2006/relationships"><Relationship Id="rId1" Type="http://schemas.openxmlformats.org/officeDocument/2006/relationships/slideMaster" Target="../slideMasters/slideMaster_80000000_BBE0204D.xml"/></Relationships>
</file>

<file path=ppt/slideLayouts/_rels/slideLayout_8000003B_AC303027.xml.rels><?xml version="1.0" encoding="UTF-8" standalone="yes"?>
<Relationships xmlns="http://schemas.openxmlformats.org/package/2006/relationships"><Relationship Id="rId1" Type="http://schemas.openxmlformats.org/officeDocument/2006/relationships/slideMaster" Target="../slideMasters/slideMaster_80000000_BBE0204D.xml"/></Relationships>
</file>

<file path=ppt/slideLayouts/_rels/slideLayout_8000003C_AE335830.xml.rels><?xml version="1.0" encoding="UTF-8" standalone="yes"?>
<Relationships xmlns="http://schemas.openxmlformats.org/package/2006/relationships"><Relationship Id="rId1" Type="http://schemas.openxmlformats.org/officeDocument/2006/relationships/slideMaster" Target="../slideMasters/slideMaster_80000000_BBE0204D.xml"/></Relationships>
</file>

<file path=ppt/slideLayouts/_rels/slideLayout_8000003D_459A6F38.xml.rels><?xml version="1.0" encoding="UTF-8" standalone="yes"?>
<Relationships xmlns="http://schemas.openxmlformats.org/package/2006/relationships"><Relationship Id="rId2" Type="http://schemas.openxmlformats.org/officeDocument/2006/relationships/image" Target="../media/image_4487C772.jpeg"/><Relationship Id="rId1" Type="http://schemas.openxmlformats.org/officeDocument/2006/relationships/slideMaster" Target="../slideMasters/slideMaster_80000000_BBE0204D.xml"/></Relationships>
</file>

<file path=ppt/slideLayouts/_rels/slideLayout_8000003E_F11C3607.xml.rels><?xml version="1.0" encoding="UTF-8" standalone="yes"?>
<Relationships xmlns="http://schemas.openxmlformats.org/package/2006/relationships"><Relationship Id="rId1" Type="http://schemas.openxmlformats.org/officeDocument/2006/relationships/slideMaster" Target="../slideMasters/slideMaster_80000000_BBE0204D.xml"/></Relationships>
</file>

<file path=ppt/slideLayouts/_rels/slideLayout_8000003F_B61B6B3C.xml.rels><?xml version="1.0" encoding="UTF-8" standalone="yes"?>
<Relationships xmlns="http://schemas.openxmlformats.org/package/2006/relationships"><Relationship Id="rId1" Type="http://schemas.openxmlformats.org/officeDocument/2006/relationships/slideMaster" Target="../slideMasters/slideMaster_80000000_BBE0204D.xml"/></Relationships>
</file>

<file path=ppt/slideLayouts/_rels/slideLayout_80000001_B078E725.xml.rels><?xml version="1.0" encoding="UTF-8" standalone="yes"?>
<Relationships xmlns="http://schemas.openxmlformats.org/package/2006/relationships"><Relationship Id="rId2" Type="http://schemas.openxmlformats.org/officeDocument/2006/relationships/image" Target="../media/image_C519CA8B.jpeg"/><Relationship Id="rId1" Type="http://schemas.openxmlformats.org/officeDocument/2006/relationships/slideMaster" Target="../slideMasters/slideMaster_80000000_BBE0204D.xml"/></Relationships>
</file>

<file path=ppt/slideLayouts/_rels/slideLayout_80000002_A203951C.xml.rels><?xml version="1.0" encoding="UTF-8" standalone="yes"?>
<Relationships xmlns="http://schemas.openxmlformats.org/package/2006/relationships"><Relationship Id="rId1" Type="http://schemas.openxmlformats.org/officeDocument/2006/relationships/slideMaster" Target="../slideMasters/slideMaster_80000000_BBE0204D.xml"/></Relationships>
</file>

<file path=ppt/slideLayouts/_rels/slideLayout_80000003_4F68A79B.xml.rels><?xml version="1.0" encoding="UTF-8" standalone="yes"?>
<Relationships xmlns="http://schemas.openxmlformats.org/package/2006/relationships"><Relationship Id="rId2" Type="http://schemas.openxmlformats.org/officeDocument/2006/relationships/image" Target="../media/image_797F551F.jpeg"/><Relationship Id="rId1" Type="http://schemas.openxmlformats.org/officeDocument/2006/relationships/slideMaster" Target="../slideMasters/slideMaster_80000000_BBE0204D.xml"/></Relationships>
</file>

<file path=ppt/slideLayouts/_rels/slideLayout_80000004_403E0ADD.xml.rels><?xml version="1.0" encoding="UTF-8" standalone="yes"?>
<Relationships xmlns="http://schemas.openxmlformats.org/package/2006/relationships"><Relationship Id="rId2" Type="http://schemas.openxmlformats.org/officeDocument/2006/relationships/image" Target="../media/image_797F551F.jpeg"/><Relationship Id="rId1" Type="http://schemas.openxmlformats.org/officeDocument/2006/relationships/slideMaster" Target="../slideMasters/slideMaster_80000000_BBE0204D.xml"/></Relationships>
</file>

<file path=ppt/slideLayouts/_rels/slideLayout_80000005_100D2EE8.xml.rels><?xml version="1.0" encoding="UTF-8" standalone="yes"?>
<Relationships xmlns="http://schemas.openxmlformats.org/package/2006/relationships"><Relationship Id="rId1" Type="http://schemas.openxmlformats.org/officeDocument/2006/relationships/slideMaster" Target="../slideMasters/slideMaster_80000000_BBE0204D.xml"/></Relationships>
</file>

<file path=ppt/slideLayouts/_rels/slideLayout_80000006_7BA63944.xml.rels><?xml version="1.0" encoding="UTF-8" standalone="yes"?>
<Relationships xmlns="http://schemas.openxmlformats.org/package/2006/relationships"><Relationship Id="rId1" Type="http://schemas.openxmlformats.org/officeDocument/2006/relationships/slideMaster" Target="../slideMasters/slideMaster_80000000_BBE0204D.xml"/></Relationships>
</file>

<file path=ppt/slideLayouts/_rels/slideLayout_80000007_7F824A87.xml.rels><?xml version="1.0" encoding="UTF-8" standalone="yes"?>
<Relationships xmlns="http://schemas.openxmlformats.org/package/2006/relationships"><Relationship Id="rId1" Type="http://schemas.openxmlformats.org/officeDocument/2006/relationships/slideMaster" Target="../slideMasters/slideMaster_80000000_BBE0204D.xml"/></Relationships>
</file>

<file path=ppt/slideLayouts/_rels/slideLayout_80000008_19AA2DA0.xml.rels><?xml version="1.0" encoding="UTF-8" standalone="yes"?>
<Relationships xmlns="http://schemas.openxmlformats.org/package/2006/relationships"><Relationship Id="rId1" Type="http://schemas.openxmlformats.org/officeDocument/2006/relationships/slideMaster" Target="../slideMasters/slideMaster_80000000_BBE0204D.xml"/></Relationships>
</file>

<file path=ppt/slideLayouts/_rels/slideLayout_80000009_78A9EF35.xml.rels><?xml version="1.0" encoding="UTF-8" standalone="yes"?>
<Relationships xmlns="http://schemas.openxmlformats.org/package/2006/relationships"><Relationship Id="rId1" Type="http://schemas.openxmlformats.org/officeDocument/2006/relationships/slideMaster" Target="../slideMasters/slideMaster_80000000_BBE0204D.xml"/></Relationships>
</file>

<file path=ppt/slideLayouts/_rels/slideLayout_80000018_FDCC2379.xml.rels><?xml version="1.0" encoding="UTF-8" standalone="yes"?>
<Relationships xmlns="http://schemas.openxmlformats.org/package/2006/relationships"><Relationship Id="rId1" Type="http://schemas.openxmlformats.org/officeDocument/2006/relationships/slideMaster" Target="../slideMasters/slideMaster_80000000_BBE0204D.xml"/></Relationships>
</file>

<file path=ppt/slideLayouts/_rels/slideLayout_80000019_6798F75C.xml.rels><?xml version="1.0" encoding="UTF-8" standalone="yes"?>
<Relationships xmlns="http://schemas.openxmlformats.org/package/2006/relationships"><Relationship Id="rId1" Type="http://schemas.openxmlformats.org/officeDocument/2006/relationships/slideMaster" Target="../slideMasters/slideMaster_80000000_BBE0204D.xml"/></Relationships>
</file>

<file path=ppt/slideLayouts/_rels/slideLayout_80000020_6CD0BB7D.xml.rels><?xml version="1.0" encoding="UTF-8" standalone="yes"?>
<Relationships xmlns="http://schemas.openxmlformats.org/package/2006/relationships"><Relationship Id="rId2" Type="http://schemas.openxmlformats.org/officeDocument/2006/relationships/image" Target="../media/image_183DEC0C.jpeg"/><Relationship Id="rId1" Type="http://schemas.openxmlformats.org/officeDocument/2006/relationships/slideMaster" Target="../slideMasters/slideMaster_80000000_BBE0204D.xml"/></Relationships>
</file>

<file path=ppt/slideLayouts/_rels/slideLayout_80000021_90D25437.xml.rels><?xml version="1.0" encoding="UTF-8" standalone="yes"?>
<Relationships xmlns="http://schemas.openxmlformats.org/package/2006/relationships"><Relationship Id="rId2" Type="http://schemas.openxmlformats.org/officeDocument/2006/relationships/image" Target="../media/image_D59CE295.jpeg"/><Relationship Id="rId1" Type="http://schemas.openxmlformats.org/officeDocument/2006/relationships/slideMaster" Target="../slideMasters/slideMaster_80000000_BBE0204D.xml"/></Relationships>
</file>

<file path=ppt/slideLayouts/_rels/slideLayout_80000022_54D5C7BF.xml.rels><?xml version="1.0" encoding="UTF-8" standalone="yes"?>
<Relationships xmlns="http://schemas.openxmlformats.org/package/2006/relationships"><Relationship Id="rId2" Type="http://schemas.openxmlformats.org/officeDocument/2006/relationships/image" Target="../media/image_D59CE295.jpeg"/><Relationship Id="rId1" Type="http://schemas.openxmlformats.org/officeDocument/2006/relationships/slideMaster" Target="../slideMasters/slideMaster_80000000_BBE0204D.xml"/></Relationships>
</file>

<file path=ppt/slideLayouts/_rels/slideLayout_80000023_2DCBC460.xml.rels><?xml version="1.0" encoding="UTF-8" standalone="yes"?>
<Relationships xmlns="http://schemas.openxmlformats.org/package/2006/relationships"><Relationship Id="rId2" Type="http://schemas.openxmlformats.org/officeDocument/2006/relationships/image" Target="../media/image_797F551F.jpeg"/><Relationship Id="rId1" Type="http://schemas.openxmlformats.org/officeDocument/2006/relationships/slideMaster" Target="../slideMasters/slideMaster_80000000_BBE0204D.xml"/></Relationships>
</file>

<file path=ppt/slideLayouts/_rels/slideLayout_80000024_84BEE8CB.xml.rels><?xml version="1.0" encoding="UTF-8" standalone="yes"?>
<Relationships xmlns="http://schemas.openxmlformats.org/package/2006/relationships"><Relationship Id="rId2" Type="http://schemas.openxmlformats.org/officeDocument/2006/relationships/image" Target="../media/image_797F551F.jpeg"/><Relationship Id="rId1" Type="http://schemas.openxmlformats.org/officeDocument/2006/relationships/slideMaster" Target="../slideMasters/slideMaster_80000000_BBE0204D.xml"/></Relationships>
</file>

<file path=ppt/slideLayouts/_rels/slideLayout_80000025_676CA0FC.xml.rels><?xml version="1.0" encoding="UTF-8" standalone="yes"?>
<Relationships xmlns="http://schemas.openxmlformats.org/package/2006/relationships"><Relationship Id="rId2" Type="http://schemas.openxmlformats.org/officeDocument/2006/relationships/image" Target="../media/image_797F551F.jpeg"/><Relationship Id="rId1" Type="http://schemas.openxmlformats.org/officeDocument/2006/relationships/slideMaster" Target="../slideMasters/slideMaster_80000000_BBE0204D.xml"/></Relationships>
</file>

<file path=ppt/slideLayouts/_rels/slideLayout_80000026_173DDE00.xml.rels><?xml version="1.0" encoding="UTF-8" standalone="yes"?>
<Relationships xmlns="http://schemas.openxmlformats.org/package/2006/relationships"><Relationship Id="rId2" Type="http://schemas.openxmlformats.org/officeDocument/2006/relationships/image" Target="../media/image_4487C772.jpeg"/><Relationship Id="rId1" Type="http://schemas.openxmlformats.org/officeDocument/2006/relationships/slideMaster" Target="../slideMasters/slideMaster_80000000_BBE0204D.xml"/></Relationships>
</file>

<file path=ppt/slideLayouts/_rels/slideLayout_80000027_D0D4E4F5.xml.rels><?xml version="1.0" encoding="UTF-8" standalone="yes"?>
<Relationships xmlns="http://schemas.openxmlformats.org/package/2006/relationships"><Relationship Id="rId2" Type="http://schemas.openxmlformats.org/officeDocument/2006/relationships/image" Target="../media/image_4487C772.jpeg"/><Relationship Id="rId1" Type="http://schemas.openxmlformats.org/officeDocument/2006/relationships/slideMaster" Target="../slideMasters/slideMaster_80000000_BBE0204D.xml"/></Relationships>
</file>

<file path=ppt/slideLayouts/_rels/slideLayout_80000028_9E746175.xml.rels><?xml version="1.0" encoding="UTF-8" standalone="yes"?>
<Relationships xmlns="http://schemas.openxmlformats.org/package/2006/relationships"><Relationship Id="rId2" Type="http://schemas.openxmlformats.org/officeDocument/2006/relationships/image" Target="../media/image_4487C772.jpeg"/><Relationship Id="rId1" Type="http://schemas.openxmlformats.org/officeDocument/2006/relationships/slideMaster" Target="../slideMasters/slideMaster_80000000_BBE0204D.xml"/></Relationships>
</file>

<file path=ppt/slideLayouts/_rels/slideLayout_80000029_30A4C8DD.xml.rels><?xml version="1.0" encoding="UTF-8" standalone="yes"?>
<Relationships xmlns="http://schemas.openxmlformats.org/package/2006/relationships"><Relationship Id="rId2" Type="http://schemas.openxmlformats.org/officeDocument/2006/relationships/image" Target="../media/image_F278810B.jpeg"/><Relationship Id="rId1" Type="http://schemas.openxmlformats.org/officeDocument/2006/relationships/slideMaster" Target="../slideMasters/slideMaster_80000000_BBE0204D.xml"/></Relationships>
</file>

<file path=ppt/slideLayouts/_rels/slideLayout_80000030_7D92D1E6.xml.rels><?xml version="1.0" encoding="UTF-8" standalone="yes"?>
<Relationships xmlns="http://schemas.openxmlformats.org/package/2006/relationships"><Relationship Id="rId1" Type="http://schemas.openxmlformats.org/officeDocument/2006/relationships/slideMaster" Target="../slideMasters/slideMaster_80000000_BBE0204D.xml"/></Relationships>
</file>

<file path=ppt/slideLayouts/_rels/slideLayout_80000031_3AB2AE59.xml.rels><?xml version="1.0" encoding="UTF-8" standalone="yes"?>
<Relationships xmlns="http://schemas.openxmlformats.org/package/2006/relationships"><Relationship Id="rId1" Type="http://schemas.openxmlformats.org/officeDocument/2006/relationships/slideMaster" Target="../slideMasters/slideMaster_80000000_BBE0204D.xml"/></Relationships>
</file>

<file path=ppt/slideLayouts/_rels/slideLayout_80000032_E1472D06.xml.rels><?xml version="1.0" encoding="UTF-8" standalone="yes"?>
<Relationships xmlns="http://schemas.openxmlformats.org/package/2006/relationships"><Relationship Id="rId1" Type="http://schemas.openxmlformats.org/officeDocument/2006/relationships/slideMaster" Target="../slideMasters/slideMaster_80000000_BBE0204D.xml"/></Relationships>
</file>

<file path=ppt/slideLayouts/_rels/slideLayout_80000033_E43F8E54.xml.rels><?xml version="1.0" encoding="UTF-8" standalone="yes"?>
<Relationships xmlns="http://schemas.openxmlformats.org/package/2006/relationships"><Relationship Id="rId1" Type="http://schemas.openxmlformats.org/officeDocument/2006/relationships/slideMaster" Target="../slideMasters/slideMaster_80000000_BBE0204D.xml"/></Relationships>
</file>

<file path=ppt/slideLayouts/_rels/slideLayout_80000034_A4398F93.xml.rels><?xml version="1.0" encoding="UTF-8" standalone="yes"?>
<Relationships xmlns="http://schemas.openxmlformats.org/package/2006/relationships"><Relationship Id="rId1" Type="http://schemas.openxmlformats.org/officeDocument/2006/relationships/slideMaster" Target="../slideMasters/slideMaster_80000000_BBE0204D.xml"/></Relationships>
</file>

<file path=ppt/slideLayouts/_rels/slideLayout_80000035_F35AEA1F.xml.rels><?xml version="1.0" encoding="UTF-8" standalone="yes"?>
<Relationships xmlns="http://schemas.openxmlformats.org/package/2006/relationships"><Relationship Id="rId1" Type="http://schemas.openxmlformats.org/officeDocument/2006/relationships/slideMaster" Target="../slideMasters/slideMaster_80000000_BBE0204D.xml"/></Relationships>
</file>

<file path=ppt/slideLayouts/_rels/slideLayout_80000036_EE5774A4.xml.rels><?xml version="1.0" encoding="UTF-8" standalone="yes"?>
<Relationships xmlns="http://schemas.openxmlformats.org/package/2006/relationships"><Relationship Id="rId1" Type="http://schemas.openxmlformats.org/officeDocument/2006/relationships/slideMaster" Target="../slideMasters/slideMaster_80000000_BBE0204D.xml"/></Relationships>
</file>

<file path=ppt/slideLayouts/_rels/slideLayout_80000037_70644119.xml.rels><?xml version="1.0" encoding="UTF-8" standalone="yes"?>
<Relationships xmlns="http://schemas.openxmlformats.org/package/2006/relationships"><Relationship Id="rId1" Type="http://schemas.openxmlformats.org/officeDocument/2006/relationships/slideMaster" Target="../slideMasters/slideMaster_80000000_BBE0204D.xml"/></Relationships>
</file>

<file path=ppt/slideLayouts/_rels/slideLayout_80000038_9A995069.xml.rels><?xml version="1.0" encoding="UTF-8" standalone="yes"?>
<Relationships xmlns="http://schemas.openxmlformats.org/package/2006/relationships"><Relationship Id="rId1" Type="http://schemas.openxmlformats.org/officeDocument/2006/relationships/slideMaster" Target="../slideMasters/slideMaster_80000000_BBE0204D.xml"/></Relationships>
</file>

<file path=ppt/slideLayouts/_rels/slideLayout_80000039_CD4EC677.xml.rels><?xml version="1.0" encoding="UTF-8" standalone="yes"?>
<Relationships xmlns="http://schemas.openxmlformats.org/package/2006/relationships"><Relationship Id="rId1" Type="http://schemas.openxmlformats.org/officeDocument/2006/relationships/slideMaster" Target="../slideMasters/slideMaster_80000000_BBE0204D.xml"/></Relationships>
</file>

<file path=ppt/slideLayouts/slideLayout_8000000A_E4CDCBF1.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248D240F-8668-0DFF-3268-B576F3C300A3}"/>
              </a:ext>
              <a:ext uri="{C183D7F6-B498-43B3-948B-1728B52AA6E4}">
                <adec:decorative xmlns:adec="http://schemas.microsoft.com/office/drawing/2017/decorative" val="1"/>
              </a:ext>
            </a:extLst>
          </p:cNvPr>
          <p:cNvSpPr/>
          <p:nvPr/>
        </p:nvSpPr>
        <p:spPr>
          <a:xfrm>
            <a:off x="-1" y="0"/>
            <a:ext cx="12192001" cy="2797024"/>
          </a:xfrm>
          <a:prstGeom prst="rect">
            <a:avLst/>
          </a:prstGeom>
          <a:ln>
            <a:noFill/>
          </a:ln>
          <a:effectLst>
            <a:outerShdw blurRad="266700" dist="25400" dir="5400000" sx="96000" sy="96000" algn="t" rotWithShape="0">
              <a:srgbClr val="000000">
                <a:alpha val="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57199" y="462844"/>
            <a:ext cx="11238090" cy="2147328"/>
          </a:xfrm>
        </p:spPr>
        <p:txBody>
          <a:bodyPr anchor="b">
            <a:normAutofit/>
          </a:bodyPr>
          <a:lstStyle>
            <a:lvl1pPr>
              <a:defRPr sz="8800">
                <a:solidFill>
                  <a:schemeClr val="accent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159022" y="3073016"/>
            <a:ext cx="6536267" cy="3226184"/>
          </a:xfrm>
        </p:spPr>
        <p:txBody>
          <a:bodyPr>
            <a:normAutofit/>
          </a:bodyPr>
          <a:lstStyle>
            <a:lvl1pPr>
              <a:defRPr sz="2000"/>
            </a:lvl1pPr>
            <a:lvl2pPr>
              <a:defRPr sz="1800"/>
            </a:lvl2pPr>
            <a:lvl3pPr>
              <a:defRPr sz="1600"/>
            </a:lvl3pPr>
            <a:lvl4pPr>
              <a:defRPr sz="14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66008813-F68C-4D6B-A0D2-5D7526AA9642}" type="datetime1">
              <a:rPr lang="en-US" smtClean="0"/>
              <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
            </a:fld>
            <a:endParaRPr lang="en-US"/>
          </a:p>
        </p:txBody>
      </p:sp>
    </p:spTree>
    <p:extLst>
      <p:ext uri="{BB962C8B-B14F-4D97-AF65-F5344CB8AC3E}">
        <p14:creationId xmlns:p14="http://schemas.microsoft.com/office/powerpoint/2010/main" val="3838692337"/>
      </p:ext>
    </p:extLst>
  </p:cSld>
  <p:clrMapOvr>
    <a:masterClrMapping/>
  </p:clrMapOvr>
</p:sldLayout>
</file>

<file path=ppt/slideLayouts/slideLayout_8000000B_E2F49D6C.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248D240F-8668-0DFF-3268-B576F3C300A3}"/>
              </a:ext>
              <a:ext uri="{C183D7F6-B498-43B3-948B-1728B52AA6E4}">
                <adec:decorative xmlns:adec="http://schemas.microsoft.com/office/drawing/2017/decorative" val="1"/>
              </a:ext>
            </a:extLst>
          </p:cNvPr>
          <p:cNvSpPr/>
          <p:nvPr/>
        </p:nvSpPr>
        <p:spPr>
          <a:xfrm>
            <a:off x="-1" y="1"/>
            <a:ext cx="12192001" cy="2892972"/>
          </a:xfrm>
          <a:prstGeom prst="rect">
            <a:avLst/>
          </a:prstGeom>
          <a:ln>
            <a:noFill/>
          </a:ln>
          <a:effectLst>
            <a:outerShdw blurRad="266700" dist="25400" dir="5400000" sx="96000" sy="96000" algn="t"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57198" y="457200"/>
            <a:ext cx="11232931" cy="2215056"/>
          </a:xfrm>
        </p:spPr>
        <p:txBody>
          <a:bodyPr anchor="b">
            <a:normAutofit/>
          </a:bodyPr>
          <a:lstStyle>
            <a:lvl1pPr>
              <a:defRPr sz="8800">
                <a:solidFill>
                  <a:schemeClr val="accent1"/>
                </a:solidFill>
              </a:defRPr>
            </a:lvl1pPr>
          </a:lstStyle>
          <a:p>
            <a:r>
              <a:rPr lang="en-US"/>
              <a:t>Click to edit Master title style</a:t>
            </a:r>
          </a:p>
        </p:txBody>
      </p:sp>
      <p:sp>
        <p:nvSpPr>
          <p:cNvPr id="9" name="Picture Placeholder 8">
            <a:extLst>
              <a:ext uri="{FF2B5EF4-FFF2-40B4-BE49-F238E27FC236}">
                <a16:creationId xmlns:a16="http://schemas.microsoft.com/office/drawing/2014/main" id="{E54F8487-233E-737D-E06C-88B1E20DDF41}"/>
              </a:ext>
            </a:extLst>
          </p:cNvPr>
          <p:cNvSpPr>
            <a:spLocks noGrp="1"/>
          </p:cNvSpPr>
          <p:nvPr>
            <p:ph type="pic" sz="quarter" idx="14" hasCustomPrompt="1"/>
          </p:nvPr>
        </p:nvSpPr>
        <p:spPr>
          <a:xfrm>
            <a:off x="0" y="2892425"/>
            <a:ext cx="5888421" cy="3965575"/>
          </a:xfrm>
          <a:blipFill dpi="0" rotWithShape="1">
            <a:blip r:embed="rId2">
              <a:alphaModFix amt="70000"/>
            </a:blip>
            <a:srcRect/>
            <a:stretch>
              <a:fillRect/>
            </a:stretch>
          </a:blipFill>
        </p:spPr>
        <p:txBody>
          <a:bodyPr/>
          <a:lstStyle>
            <a:lvl1pPr marL="0" indent="0">
              <a:buNone/>
              <a:defRPr/>
            </a:lvl1pPr>
          </a:lstStyle>
          <a:p>
            <a:r>
              <a:rPr lang="en-US"/>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361385" y="3231931"/>
            <a:ext cx="5328745" cy="2791839"/>
          </a:xfrm>
        </p:spPr>
        <p:txBody>
          <a:bodyPr>
            <a:normAutofit/>
          </a:bodyPr>
          <a:lstStyle>
            <a:lvl1pPr>
              <a:defRPr sz="2000"/>
            </a:lvl1pPr>
            <a:lvl2pPr>
              <a:defRPr sz="1800"/>
            </a:lvl2pPr>
            <a:lvl3pPr>
              <a:defRPr sz="1600"/>
            </a:lvl3pPr>
            <a:lvl4pPr>
              <a:defRPr sz="14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6361385" y="6397586"/>
            <a:ext cx="2435774" cy="365125"/>
          </a:xfrm>
        </p:spPr>
        <p:txBody>
          <a:bodyPr/>
          <a:lstStyle/>
          <a:p>
            <a:fld id="{CA9DE485-2DDC-4C87-9D36-DE45D8017C41}" type="datetime1">
              <a:rPr lang="en-US" smtClean="0"/>
              <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8678917" y="6397586"/>
            <a:ext cx="2883406" cy="365125"/>
          </a:xfrm>
        </p:spPr>
        <p:txBody>
          <a:bodyPr/>
          <a:lstStyle/>
          <a:p>
            <a:r>
              <a:rPr lang="en-US"/>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
            </a:fld>
            <a:endParaRPr lang="en-US"/>
          </a:p>
        </p:txBody>
      </p:sp>
    </p:spTree>
    <p:extLst>
      <p:ext uri="{BB962C8B-B14F-4D97-AF65-F5344CB8AC3E}">
        <p14:creationId xmlns:p14="http://schemas.microsoft.com/office/powerpoint/2010/main" val="3807681900"/>
      </p:ext>
    </p:extLst>
  </p:cSld>
  <p:clrMapOvr>
    <a:masterClrMapping/>
  </p:clrMapOvr>
</p:sldLayout>
</file>

<file path=ppt/slideLayouts/slideLayout_8000001A_F9D89739.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1E9EC3E4-62E5-4C6F-9887-208672447376}"/>
              </a:ext>
              <a:ext uri="{C183D7F6-B498-43B3-948B-1728B52AA6E4}">
                <adec:decorative xmlns:adec="http://schemas.microsoft.com/office/drawing/2017/decorative" val="1"/>
              </a:ext>
            </a:extLst>
          </p:cNvPr>
          <p:cNvSpPr/>
          <p:nvPr/>
        </p:nvSpPr>
        <p:spPr>
          <a:xfrm>
            <a:off x="4998404" y="0"/>
            <a:ext cx="7193595" cy="6858000"/>
          </a:xfrm>
          <a:prstGeom prst="rect">
            <a:avLst/>
          </a:prstGeom>
          <a:ln>
            <a:noFill/>
          </a:ln>
          <a:effectLst>
            <a:outerShdw blurRad="304800" dist="50800" dir="5400000" sx="96000" sy="96000" algn="t" rotWithShape="0">
              <a:srgbClr val="0000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199" y="1331997"/>
            <a:ext cx="4023360" cy="4638825"/>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519738" y="1332432"/>
            <a:ext cx="5681662" cy="4818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AA75D23-C9DC-452B-8F85-54BA06AADDEA}" type="datetime1">
              <a:rPr lang="en-US" smtClean="0"/>
              <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
            </a:fld>
            <a:endParaRPr lang="en-US"/>
          </a:p>
        </p:txBody>
      </p:sp>
    </p:spTree>
    <p:extLst>
      <p:ext uri="{BB962C8B-B14F-4D97-AF65-F5344CB8AC3E}">
        <p14:creationId xmlns:p14="http://schemas.microsoft.com/office/powerpoint/2010/main" val="4191721273"/>
      </p:ext>
    </p:extLst>
  </p:cSld>
  <p:clrMapOvr>
    <a:masterClrMapping/>
  </p:clrMapOvr>
</p:sldLayout>
</file>

<file path=ppt/slideLayouts/slideLayout_8000001B_C438275A.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743CD6CB-7CF3-6170-4CDE-A7067B3BA6DE}"/>
              </a:ext>
              <a:ext uri="{C183D7F6-B498-43B3-948B-1728B52AA6E4}">
                <adec:decorative xmlns:adec="http://schemas.microsoft.com/office/drawing/2017/decorative" val="1"/>
              </a:ext>
            </a:extLst>
          </p:cNvPr>
          <p:cNvSpPr/>
          <p:nvPr/>
        </p:nvSpPr>
        <p:spPr>
          <a:xfrm>
            <a:off x="0" y="1"/>
            <a:ext cx="4998404" cy="6858000"/>
          </a:xfrm>
          <a:prstGeom prst="rect">
            <a:avLst/>
          </a:prstGeom>
          <a:ln>
            <a:noFill/>
          </a:ln>
          <a:effectLst>
            <a:outerShdw blurRad="292100" dist="25400" dir="5400000" sx="95000" sy="95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199" y="894391"/>
            <a:ext cx="4031619" cy="4940661"/>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522913" y="894391"/>
            <a:ext cx="6159500" cy="53908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52F8042-124F-4460-862E-75BE885F369D}" type="datetime1">
              <a:rPr lang="en-US" smtClean="0"/>
              <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
            </a:fld>
            <a:endParaRPr lang="en-US"/>
          </a:p>
        </p:txBody>
      </p:sp>
    </p:spTree>
    <p:extLst>
      <p:ext uri="{BB962C8B-B14F-4D97-AF65-F5344CB8AC3E}">
        <p14:creationId xmlns:p14="http://schemas.microsoft.com/office/powerpoint/2010/main" val="3292014426"/>
      </p:ext>
    </p:extLst>
  </p:cSld>
  <p:clrMapOvr>
    <a:masterClrMapping/>
  </p:clrMapOvr>
</p:sldLayout>
</file>

<file path=ppt/slideLayouts/slideLayout_8000001C_F94C56EC.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199" y="457200"/>
            <a:ext cx="3409648" cy="5719639"/>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504268" y="457200"/>
            <a:ext cx="7315200" cy="58064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475BD655-1974-42EB-ABB7-731D89BD082B}" type="datetime1">
              <a:rPr lang="en-US" smtClean="0"/>
              <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
            </a:fld>
            <a:endParaRPr lang="en-US"/>
          </a:p>
        </p:txBody>
      </p:sp>
    </p:spTree>
    <p:extLst>
      <p:ext uri="{BB962C8B-B14F-4D97-AF65-F5344CB8AC3E}">
        <p14:creationId xmlns:p14="http://schemas.microsoft.com/office/powerpoint/2010/main" val="4182529772"/>
      </p:ext>
    </p:extLst>
  </p:cSld>
  <p:clrMapOvr>
    <a:masterClrMapping/>
  </p:clrMapOvr>
</p:sldLayout>
</file>

<file path=ppt/slideLayouts/slideLayout_8000001D_7944DCF5.xml><?xml version="1.0" encoding="utf-8"?>
<p:sldLayout xmlns:a="http://schemas.openxmlformats.org/drawingml/2006/main" xmlns:r="http://schemas.openxmlformats.org/officeDocument/2006/relationships" xmlns:p="http://schemas.openxmlformats.org/presentationml/2006/main" preserve="1">
  <p:cSld name="Content 7">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4889D7E3-7299-8FE5-8307-00CC93EFE205}"/>
              </a:ext>
              <a:ext uri="{C183D7F6-B498-43B3-948B-1728B52AA6E4}">
                <adec:decorative xmlns:adec="http://schemas.microsoft.com/office/drawing/2017/decorative" val="1"/>
              </a:ext>
            </a:extLst>
          </p:cNvPr>
          <p:cNvSpPr/>
          <p:nvPr/>
        </p:nvSpPr>
        <p:spPr>
          <a:xfrm>
            <a:off x="0" y="0"/>
            <a:ext cx="3973690" cy="6858000"/>
          </a:xfrm>
          <a:prstGeom prst="rect">
            <a:avLst/>
          </a:prstGeom>
          <a:ln>
            <a:noFill/>
          </a:ln>
          <a:effectLst>
            <a:outerShdw blurRad="254000" dist="25400" dir="5400000" sx="94000" sy="94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199" y="457200"/>
            <a:ext cx="3409648" cy="5719639"/>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504268" y="457200"/>
            <a:ext cx="7315200" cy="58064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47820626-3D88-4D67-8337-214C7DE03941}" type="datetime1">
              <a:rPr lang="en-US" smtClean="0"/>
              <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
            </a:fld>
            <a:endParaRPr lang="en-US"/>
          </a:p>
        </p:txBody>
      </p:sp>
    </p:spTree>
    <p:extLst>
      <p:ext uri="{BB962C8B-B14F-4D97-AF65-F5344CB8AC3E}">
        <p14:creationId xmlns:p14="http://schemas.microsoft.com/office/powerpoint/2010/main" val="2034556149"/>
      </p:ext>
    </p:extLst>
  </p:cSld>
  <p:clrMapOvr>
    <a:masterClrMapping/>
  </p:clrMapOvr>
</p:sldLayout>
</file>

<file path=ppt/slideLayouts/slideLayout_8000001E_F951B9BF.xml><?xml version="1.0" encoding="utf-8"?>
<p:sldLayout xmlns:a="http://schemas.openxmlformats.org/drawingml/2006/main" xmlns:r="http://schemas.openxmlformats.org/officeDocument/2006/relationships" xmlns:p="http://schemas.openxmlformats.org/presentationml/2006/main" type="obj" preserve="1">
  <p:cSld name="Content 8">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2418F682-5C62-E822-83E8-6084E0F4BDDD}"/>
              </a:ext>
              <a:ext uri="{C183D7F6-B498-43B3-948B-1728B52AA6E4}">
                <adec:decorative xmlns:adec="http://schemas.microsoft.com/office/drawing/2017/decorative" val="1"/>
              </a:ext>
            </a:extLst>
          </p:cNvPr>
          <p:cNvSpPr/>
          <p:nvPr/>
        </p:nvSpPr>
        <p:spPr>
          <a:xfrm>
            <a:off x="0" y="-1"/>
            <a:ext cx="12191999" cy="1347109"/>
          </a:xfrm>
          <a:prstGeom prst="rect">
            <a:avLst/>
          </a:prstGeom>
          <a:ln>
            <a:noFill/>
          </a:ln>
          <a:effectLst>
            <a:outerShdw blurRad="228600" dist="25400" dir="5400000" sx="94000" sy="94000" algn="t"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457201"/>
            <a:ext cx="10809026" cy="693682"/>
          </a:xfrm>
        </p:spPr>
        <p:txBody>
          <a:bodyPr anchor="t"/>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1A9FAA9E-3664-422A-86BF-374713D410C7}" type="datetime1">
              <a:rPr lang="en-US" smtClean="0"/>
              <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
            </a:fld>
            <a:endParaRPr lang="en-US"/>
          </a:p>
        </p:txBody>
      </p:sp>
    </p:spTree>
    <p:extLst>
      <p:ext uri="{BB962C8B-B14F-4D97-AF65-F5344CB8AC3E}">
        <p14:creationId xmlns:p14="http://schemas.microsoft.com/office/powerpoint/2010/main" val="4182882751"/>
      </p:ext>
    </p:extLst>
  </p:cSld>
  <p:clrMapOvr>
    <a:masterClrMapping/>
  </p:clrMapOvr>
</p:sldLayout>
</file>

<file path=ppt/slideLayouts/slideLayout_8000001F_5A043CDE.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749F1FBB-CDF9-0670-184F-9A88B51EF4DF}"/>
              </a:ext>
              <a:ext uri="{C183D7F6-B498-43B3-948B-1728B52AA6E4}">
                <adec:decorative xmlns:adec="http://schemas.microsoft.com/office/drawing/2017/decorative" val="1"/>
              </a:ext>
            </a:extLst>
          </p:cNvPr>
          <p:cNvSpPr/>
          <p:nvPr/>
        </p:nvSpPr>
        <p:spPr>
          <a:xfrm>
            <a:off x="0" y="0"/>
            <a:ext cx="4710407" cy="6858000"/>
          </a:xfrm>
          <a:prstGeom prst="rect">
            <a:avLst/>
          </a:prstGeom>
          <a:ln>
            <a:noFill/>
          </a:ln>
          <a:effectLst>
            <a:outerShdw blurRad="279400" dist="381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232827" y="722294"/>
            <a:ext cx="6399335" cy="1143000"/>
          </a:xfrm>
        </p:spPr>
        <p:txBody>
          <a:bodyPr anchor="b"/>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710407" cy="6858000"/>
          </a:xfr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233913" y="2038167"/>
            <a:ext cx="6376640" cy="42379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5232827" y="6397585"/>
            <a:ext cx="3091366" cy="365125"/>
          </a:xfrm>
        </p:spPr>
        <p:txBody>
          <a:bodyPr/>
          <a:lstStyle/>
          <a:p>
            <a:fld id="{B01855B3-81BD-4EB3-93B8-24149614A5C2}" type="datetime1">
              <a:rPr lang="en-US" smtClean="0"/>
              <a:t/>
            </a:fld>
            <a:endParaRPr lang="en-US"/>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p:txBody>
          <a:bodyPr/>
          <a:lstStyle/>
          <a:p>
            <a:r>
              <a:rPr lang="en-US"/>
              <a:t>Sample Footer Text</a:t>
            </a:r>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p:txBody>
          <a:bodyPr/>
          <a:lstStyle/>
          <a:p>
            <a:fld id="{CC057153-B650-4DEB-B370-79DDCFDCE934}" type="slidenum">
              <a:rPr lang="en-US" smtClean="0"/>
              <a:t/>
            </a:fld>
            <a:endParaRPr lang="en-US"/>
          </a:p>
        </p:txBody>
      </p:sp>
    </p:spTree>
    <p:extLst>
      <p:ext uri="{BB962C8B-B14F-4D97-AF65-F5344CB8AC3E}">
        <p14:creationId xmlns:p14="http://schemas.microsoft.com/office/powerpoint/2010/main" val="1510227166"/>
      </p:ext>
    </p:extLst>
  </p:cSld>
  <p:clrMapOvr>
    <a:masterClrMapping/>
  </p:clrMapOvr>
</p:sldLayout>
</file>

<file path=ppt/slideLayouts/slideLayout_8000002A_8C03E6F3.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461C5781-4169-FC90-2551-F1D73FBC7AA7}"/>
              </a:ext>
              <a:ext uri="{C183D7F6-B498-43B3-948B-1728B52AA6E4}">
                <adec:decorative xmlns:adec="http://schemas.microsoft.com/office/drawing/2017/decorative" val="1"/>
              </a:ext>
            </a:extLst>
          </p:cNvPr>
          <p:cNvSpPr/>
          <p:nvPr/>
        </p:nvSpPr>
        <p:spPr>
          <a:xfrm>
            <a:off x="0" y="1"/>
            <a:ext cx="12192000" cy="3778270"/>
          </a:xfrm>
          <a:prstGeom prst="rect">
            <a:avLst/>
          </a:prstGeom>
          <a:ln>
            <a:noFill/>
          </a:ln>
          <a:effectLst>
            <a:outerShdw blurRad="228600" dist="50800" dir="5400000" sx="97000" sy="97000" algn="t"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162318"/>
            <a:ext cx="2953618" cy="2060682"/>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778270"/>
          </a:xfr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4162318"/>
            <a:ext cx="7772400" cy="2158015"/>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25DBAE6-5400-4DF5-8C4B-BBB4EE1BC900}" type="datetime1">
              <a:rPr lang="en-US" smtClean="0"/>
              <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
            </a:fld>
            <a:endParaRPr lang="en-US"/>
          </a:p>
        </p:txBody>
      </p:sp>
    </p:spTree>
    <p:extLst>
      <p:ext uri="{BB962C8B-B14F-4D97-AF65-F5344CB8AC3E}">
        <p14:creationId xmlns:p14="http://schemas.microsoft.com/office/powerpoint/2010/main" val="2349065971"/>
      </p:ext>
    </p:extLst>
  </p:cSld>
  <p:clrMapOvr>
    <a:masterClrMapping/>
  </p:clrMapOvr>
</p:sldLayout>
</file>

<file path=ppt/slideLayouts/slideLayout_8000002B_AE6283E8.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682B848B-B9C7-8732-7DEB-4C1970F465A2}"/>
              </a:ext>
              <a:ext uri="{C183D7F6-B498-43B3-948B-1728B52AA6E4}">
                <adec:decorative xmlns:adec="http://schemas.microsoft.com/office/drawing/2017/decorative" val="1"/>
              </a:ext>
            </a:extLst>
          </p:cNvPr>
          <p:cNvSpPr/>
          <p:nvPr/>
        </p:nvSpPr>
        <p:spPr>
          <a:xfrm>
            <a:off x="0" y="-1"/>
            <a:ext cx="12191999" cy="1347109"/>
          </a:xfrm>
          <a:prstGeom prst="rect">
            <a:avLst/>
          </a:prstGeom>
          <a:ln>
            <a:noFill/>
          </a:ln>
          <a:effectLst>
            <a:outerShdw blurRad="228600" dist="25400" dir="5400000" sx="94000" sy="94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0"/>
            <a:ext cx="11128248" cy="524577"/>
          </a:xfrm>
        </p:spPr>
        <p:txBody>
          <a:bodyPr anchor="b"/>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1347108"/>
            <a:ext cx="6831915" cy="5510891"/>
          </a:xfr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362494" y="1804308"/>
            <a:ext cx="4251960" cy="44256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362494" y="6397586"/>
            <a:ext cx="961699" cy="365125"/>
          </a:xfrm>
        </p:spPr>
        <p:txBody>
          <a:bodyPr/>
          <a:lstStyle/>
          <a:p>
            <a:fld id="{0A184987-775C-414E-A434-6A26397CAAA1}" type="datetime1">
              <a:rPr lang="en-US" smtClean="0"/>
              <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
            </a:fld>
            <a:endParaRPr lang="en-US"/>
          </a:p>
        </p:txBody>
      </p:sp>
    </p:spTree>
    <p:extLst>
      <p:ext uri="{BB962C8B-B14F-4D97-AF65-F5344CB8AC3E}">
        <p14:creationId xmlns:p14="http://schemas.microsoft.com/office/powerpoint/2010/main" val="2925691880"/>
      </p:ext>
    </p:extLst>
  </p:cSld>
  <p:clrMapOvr>
    <a:masterClrMapping/>
  </p:clrMapOvr>
</p:sldLayout>
</file>

<file path=ppt/slideLayouts/slideLayout_8000002C_548D528B.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2655112C-BE7C-E373-6111-176B47FC81A6}"/>
              </a:ext>
              <a:ext uri="{C183D7F6-B498-43B3-948B-1728B52AA6E4}">
                <adec:decorative xmlns:adec="http://schemas.microsoft.com/office/drawing/2017/decorative" val="1"/>
              </a:ext>
            </a:extLst>
          </p:cNvPr>
          <p:cNvSpPr/>
          <p:nvPr/>
        </p:nvSpPr>
        <p:spPr>
          <a:xfrm>
            <a:off x="0" y="0"/>
            <a:ext cx="5586984" cy="6858000"/>
          </a:xfrm>
          <a:prstGeom prst="rect">
            <a:avLst/>
          </a:prstGeom>
          <a:solidFill>
            <a:schemeClr val="bg1"/>
          </a:solidFill>
          <a:ln>
            <a:noFill/>
          </a:ln>
          <a:effectLst>
            <a:outerShdw blurRad="228600" dist="38100" dir="5400000" sx="94000" sy="94000" algn="t" rotWithShape="0">
              <a:srgbClr val="000000">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199" y="457200"/>
            <a:ext cx="4482573" cy="1453896"/>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59502" y="2175642"/>
            <a:ext cx="4380271" cy="4124756"/>
          </a:xfrm>
          <a:blipFill>
            <a:blip r:embed="rId2">
              <a:alphaModFix amt="70000"/>
            </a:blip>
            <a:stretch>
              <a:fillRect/>
            </a:stretch>
          </a:blipFill>
        </p:spPr>
        <p:txBody>
          <a:bodyPr/>
          <a:lstStyle>
            <a:lvl1pPr marL="0" indent="0">
              <a:buNone/>
              <a:defRPr/>
            </a:lvl1pPr>
          </a:lstStyle>
          <a:p>
            <a:r>
              <a:rPr lang="en-US"/>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FB7A35F-A8C8-4DA9-BE13-530FB142BCA4}" type="datetime1">
              <a:rPr lang="en-US" smtClean="0"/>
              <a:t/>
            </a:fld>
            <a:endParaRPr lang="en-US"/>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457201"/>
            <a:ext cx="5585925" cy="5875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
            </a:fld>
            <a:endParaRPr lang="en-US"/>
          </a:p>
        </p:txBody>
      </p:sp>
    </p:spTree>
    <p:extLst>
      <p:ext uri="{BB962C8B-B14F-4D97-AF65-F5344CB8AC3E}">
        <p14:creationId xmlns:p14="http://schemas.microsoft.com/office/powerpoint/2010/main" val="1418547851"/>
      </p:ext>
    </p:extLst>
  </p:cSld>
  <p:clrMapOvr>
    <a:masterClrMapping/>
  </p:clrMapOvr>
</p:sldLayout>
</file>

<file path=ppt/slideLayouts/slideLayout_8000002D_F79C3925.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2655112C-BE7C-E373-6111-176B47FC81A6}"/>
              </a:ext>
              <a:ext uri="{C183D7F6-B498-43B3-948B-1728B52AA6E4}">
                <adec:decorative xmlns:adec="http://schemas.microsoft.com/office/drawing/2017/decorative" val="1"/>
              </a:ext>
            </a:extLst>
          </p:cNvPr>
          <p:cNvSpPr/>
          <p:nvPr/>
        </p:nvSpPr>
        <p:spPr>
          <a:xfrm>
            <a:off x="-1" y="0"/>
            <a:ext cx="5584207" cy="6858000"/>
          </a:xfrm>
          <a:prstGeom prst="rect">
            <a:avLst/>
          </a:prstGeom>
          <a:solidFill>
            <a:schemeClr val="bg1"/>
          </a:solidFill>
          <a:ln>
            <a:noFill/>
          </a:ln>
          <a:effectLst>
            <a:outerShdw blurRad="228600" dist="38100" dir="5400000" sx="94000" sy="94000" algn="t" rotWithShape="0">
              <a:srgbClr val="000000">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0"/>
            <a:ext cx="4380272" cy="1453896"/>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2175642"/>
            <a:ext cx="5584206" cy="4682358"/>
          </a:xfr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457201"/>
            <a:ext cx="5585925" cy="5875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096000" y="6397586"/>
            <a:ext cx="2228193" cy="365125"/>
          </a:xfrm>
        </p:spPr>
        <p:txBody>
          <a:bodyPr/>
          <a:lstStyle/>
          <a:p>
            <a:fld id="{2E427443-1453-43D2-A6BE-3418A0D36CD6}" type="datetime1">
              <a:rPr lang="en-US" smtClean="0"/>
              <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
            </a:fld>
            <a:endParaRPr lang="en-US"/>
          </a:p>
        </p:txBody>
      </p:sp>
    </p:spTree>
    <p:extLst>
      <p:ext uri="{BB962C8B-B14F-4D97-AF65-F5344CB8AC3E}">
        <p14:creationId xmlns:p14="http://schemas.microsoft.com/office/powerpoint/2010/main" val="4154210597"/>
      </p:ext>
    </p:extLst>
  </p:cSld>
  <p:clrMapOvr>
    <a:masterClrMapping/>
  </p:clrMapOvr>
</p:sldLayout>
</file>

<file path=ppt/slideLayouts/slideLayout_8000002E_A3A3CB2E.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E5809B3C-AC74-5DC3-09FA-57A871BE9AD3}"/>
              </a:ext>
              <a:ext uri="{C183D7F6-B498-43B3-948B-1728B52AA6E4}">
                <adec:decorative xmlns:adec="http://schemas.microsoft.com/office/drawing/2017/decorative" val="1"/>
              </a:ext>
            </a:extLst>
          </p:cNvPr>
          <p:cNvSpPr/>
          <p:nvPr/>
        </p:nvSpPr>
        <p:spPr>
          <a:xfrm>
            <a:off x="1" y="-1"/>
            <a:ext cx="4612921" cy="6858001"/>
          </a:xfrm>
          <a:prstGeom prst="rect">
            <a:avLst/>
          </a:prstGeom>
          <a:ln>
            <a:noFill/>
          </a:ln>
          <a:effectLst>
            <a:outerShdw blurRad="228600" dist="25400" dir="5400000" sx="94000" sy="94000" algn="t" rotWithShape="0">
              <a:srgbClr val="0000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0"/>
            <a:ext cx="3815079" cy="1453896"/>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59503" y="2295144"/>
            <a:ext cx="3515063" cy="4005253"/>
          </a:xfrm>
          <a:blipFill>
            <a:blip r:embed="rId2">
              <a:alphaModFix amt="70000"/>
            </a:blip>
            <a:stretch>
              <a:fillRect/>
            </a:stretch>
          </a:blipFill>
        </p:spPr>
        <p:txBody>
          <a:bodyPr/>
          <a:lstStyle>
            <a:lvl1pPr marL="0" indent="0">
              <a:buNone/>
              <a:defRPr/>
            </a:lvl1pPr>
          </a:lstStyle>
          <a:p>
            <a:r>
              <a:rPr lang="en-US"/>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1EF4EFF-C2CF-47AD-8F36-4EE8C96E9290}" type="datetime1">
              <a:rPr lang="en-US" smtClean="0"/>
              <a:t/>
            </a:fld>
            <a:endParaRPr lang="en-US"/>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143500" y="457200"/>
            <a:ext cx="6434138" cy="5851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
            </a:fld>
            <a:endParaRPr lang="en-US"/>
          </a:p>
        </p:txBody>
      </p:sp>
    </p:spTree>
    <p:extLst>
      <p:ext uri="{BB962C8B-B14F-4D97-AF65-F5344CB8AC3E}">
        <p14:creationId xmlns:p14="http://schemas.microsoft.com/office/powerpoint/2010/main" val="2745420590"/>
      </p:ext>
    </p:extLst>
  </p:cSld>
  <p:clrMapOvr>
    <a:masterClrMapping/>
  </p:clrMapOvr>
</p:sldLayout>
</file>

<file path=ppt/slideLayouts/slideLayout_8000002F_3BCCAEB5.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E16C637-FAC3-7DF2-CC8F-FE7D220ADEB3}"/>
              </a:ext>
              <a:ext uri="{C183D7F6-B498-43B3-948B-1728B52AA6E4}">
                <adec:decorative xmlns:adec="http://schemas.microsoft.com/office/drawing/2017/decorative" val="1"/>
              </a:ext>
            </a:extLst>
          </p:cNvPr>
          <p:cNvSpPr/>
          <p:nvPr/>
        </p:nvSpPr>
        <p:spPr>
          <a:xfrm>
            <a:off x="1" y="0"/>
            <a:ext cx="8068234" cy="6858000"/>
          </a:xfrm>
          <a:prstGeom prst="rect">
            <a:avLst/>
          </a:prstGeom>
          <a:solidFill>
            <a:schemeClr val="bg1"/>
          </a:solidFill>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lumMod val="75000"/>
                </a:schemeClr>
              </a:solidFill>
            </a:endParaRPr>
          </a:p>
        </p:txBody>
      </p:sp>
      <p:sp>
        <p:nvSpPr>
          <p:cNvPr id="2" name="Title 1">
            <a:extLst>
              <a:ext uri="{FF2B5EF4-FFF2-40B4-BE49-F238E27FC236}">
                <a16:creationId xmlns:a16="http://schemas.microsoft.com/office/drawing/2014/main" id="{8F12B57A-5AF8-8EF0-32CC-A60A2FCCA442}"/>
              </a:ext>
            </a:extLst>
          </p:cNvPr>
          <p:cNvSpPr>
            <a:spLocks noGrp="1"/>
          </p:cNvSpPr>
          <p:nvPr>
            <p:ph type="title"/>
          </p:nvPr>
        </p:nvSpPr>
        <p:spPr>
          <a:xfrm>
            <a:off x="8513064" y="1490472"/>
            <a:ext cx="3191256" cy="3886200"/>
          </a:xfrm>
        </p:spPr>
        <p:txBody>
          <a:bodyPr anchor="ctr">
            <a:normAutofit/>
          </a:bodyPr>
          <a:lstStyle>
            <a:lvl1pPr>
              <a:lnSpc>
                <a:spcPct val="110000"/>
              </a:lnSpc>
              <a:defRPr sz="2800"/>
            </a:lvl1pPr>
          </a:lstStyle>
          <a:p>
            <a:r>
              <a:rPr lang="en-US"/>
              <a:t>Click to edit Master title style</a:t>
            </a:r>
          </a:p>
        </p:txBody>
      </p:sp>
      <p:sp>
        <p:nvSpPr>
          <p:cNvPr id="7" name="Content Placeholder 6">
            <a:extLst>
              <a:ext uri="{FF2B5EF4-FFF2-40B4-BE49-F238E27FC236}">
                <a16:creationId xmlns:a16="http://schemas.microsoft.com/office/drawing/2014/main" id="{2EC150EA-B3AC-0583-FF59-664CCE07E947}"/>
              </a:ext>
            </a:extLst>
          </p:cNvPr>
          <p:cNvSpPr>
            <a:spLocks noGrp="1"/>
          </p:cNvSpPr>
          <p:nvPr>
            <p:ph sz="quarter" idx="13" hasCustomPrompt="1"/>
          </p:nvPr>
        </p:nvSpPr>
        <p:spPr>
          <a:xfrm>
            <a:off x="457200" y="1078992"/>
            <a:ext cx="7068312" cy="4709160"/>
          </a:xfrm>
        </p:spPr>
        <p:txBody>
          <a:bodyPr anchor="ctr">
            <a:normAutofit/>
          </a:bodyPr>
          <a:lstStyle>
            <a:lvl1pPr marL="0" indent="0" algn="ctr">
              <a:lnSpc>
                <a:spcPct val="90000"/>
              </a:lnSpc>
              <a:buNone/>
              <a:defRPr sz="22500">
                <a:solidFill>
                  <a:schemeClr val="accent1"/>
                </a:solidFill>
              </a:defRPr>
            </a:lvl1pPr>
          </a:lstStyle>
          <a:p>
            <a:pPr lvl="0"/>
            <a:r>
              <a:rPr lang="en-US"/>
              <a:t>##%</a:t>
            </a:r>
          </a:p>
        </p:txBody>
      </p:sp>
      <p:sp>
        <p:nvSpPr>
          <p:cNvPr id="3" name="Date Placeholder 2">
            <a:extLst>
              <a:ext uri="{FF2B5EF4-FFF2-40B4-BE49-F238E27FC236}">
                <a16:creationId xmlns:a16="http://schemas.microsoft.com/office/drawing/2014/main" id="{14E54E3B-6896-DB25-3CE5-508BA2AF4BCB}"/>
              </a:ext>
            </a:extLst>
          </p:cNvPr>
          <p:cNvSpPr>
            <a:spLocks noGrp="1"/>
          </p:cNvSpPr>
          <p:nvPr>
            <p:ph type="dt" sz="half" idx="10"/>
          </p:nvPr>
        </p:nvSpPr>
        <p:spPr/>
        <p:txBody>
          <a:bodyPr/>
          <a:lstStyle/>
          <a:p>
            <a:fld id="{4F8A6790-75BA-414B-8318-2A9AAE2CCA04}" type="datetime1">
              <a:rPr lang="en-US" smtClean="0"/>
              <a:t/>
            </a:fld>
            <a:endParaRPr lang="en-US"/>
          </a:p>
        </p:txBody>
      </p:sp>
      <p:sp>
        <p:nvSpPr>
          <p:cNvPr id="4" name="Footer Placeholder 3">
            <a:extLst>
              <a:ext uri="{FF2B5EF4-FFF2-40B4-BE49-F238E27FC236}">
                <a16:creationId xmlns:a16="http://schemas.microsoft.com/office/drawing/2014/main" id="{945F8CBA-49FB-D90D-DFD0-9B5213A65574}"/>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1429D571-ECED-7C02-93F2-7A94DE270319}"/>
              </a:ext>
            </a:extLst>
          </p:cNvPr>
          <p:cNvSpPr>
            <a:spLocks noGrp="1"/>
          </p:cNvSpPr>
          <p:nvPr>
            <p:ph type="sldNum" sz="quarter" idx="12"/>
          </p:nvPr>
        </p:nvSpPr>
        <p:spPr/>
        <p:txBody>
          <a:bodyPr/>
          <a:lstStyle/>
          <a:p>
            <a:fld id="{CC057153-B650-4DEB-B370-79DDCFDCE934}" type="slidenum">
              <a:rPr lang="en-US" smtClean="0"/>
              <a:pPr/>
              <a:t/>
            </a:fld>
            <a:endParaRPr lang="en-US"/>
          </a:p>
        </p:txBody>
      </p:sp>
    </p:spTree>
    <p:extLst>
      <p:ext uri="{BB962C8B-B14F-4D97-AF65-F5344CB8AC3E}">
        <p14:creationId xmlns:p14="http://schemas.microsoft.com/office/powerpoint/2010/main" val="1003269813"/>
      </p:ext>
    </p:extLst>
  </p:cSld>
  <p:clrMapOvr>
    <a:masterClrMapping/>
  </p:clrMapOvr>
</p:sldLayout>
</file>

<file path=ppt/slideLayouts/slideLayout_8000003A_74B79E6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457200" y="457200"/>
            <a:ext cx="10809026" cy="1132258"/>
          </a:xfr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5A9CCB83-67C0-4146-80A2-38BF8BF923CD}" type="datetime1">
              <a:rPr lang="en-US" smtClean="0"/>
              <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
            </a:fld>
            <a:endParaRPr lang="en-US"/>
          </a:p>
        </p:txBody>
      </p:sp>
    </p:spTree>
    <p:extLst>
      <p:ext uri="{BB962C8B-B14F-4D97-AF65-F5344CB8AC3E}">
        <p14:creationId xmlns:p14="http://schemas.microsoft.com/office/powerpoint/2010/main" val="1958190694"/>
      </p:ext>
    </p:extLst>
  </p:cSld>
  <p:clrMapOvr>
    <a:masterClrMapping/>
  </p:clrMapOvr>
</p:sldLayout>
</file>

<file path=ppt/slideLayouts/slideLayout_8000003B_AC303027.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358AEF15-3690-448A-9A10-B99AE5FD6247}" type="datetime1">
              <a:rPr lang="en-US" smtClean="0"/>
              <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
            </a:fld>
            <a:endParaRPr lang="en-US"/>
          </a:p>
        </p:txBody>
      </p:sp>
    </p:spTree>
    <p:extLst>
      <p:ext uri="{BB962C8B-B14F-4D97-AF65-F5344CB8AC3E}">
        <p14:creationId xmlns:p14="http://schemas.microsoft.com/office/powerpoint/2010/main" val="2888839207"/>
      </p:ext>
    </p:extLst>
  </p:cSld>
  <p:clrMapOvr>
    <a:masterClrMapping/>
  </p:clrMapOvr>
</p:sldLayout>
</file>

<file path=ppt/slideLayouts/slideLayout_8000003C_AE3358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45E2D00-4497-60C5-E8FC-FA83BE12E58E}"/>
              </a:ext>
              <a:ext uri="{C183D7F6-B498-43B3-948B-1728B52AA6E4}">
                <adec:decorative xmlns:adec="http://schemas.microsoft.com/office/drawing/2017/decorative" val="1"/>
              </a:ext>
            </a:extLst>
          </p:cNvPr>
          <p:cNvSpPr/>
          <p:nvPr/>
        </p:nvSpPr>
        <p:spPr>
          <a:xfrm>
            <a:off x="1" y="-2"/>
            <a:ext cx="4604129" cy="6858001"/>
          </a:xfrm>
          <a:prstGeom prst="rect">
            <a:avLst/>
          </a:prstGeom>
          <a:solidFill>
            <a:schemeClr val="bg1"/>
          </a:solidFill>
          <a:ln>
            <a:noFill/>
          </a:ln>
          <a:effectLst>
            <a:outerShdw blurRad="228600" dist="25400" dir="5400000" sx="94000" sy="94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457199" y="457200"/>
            <a:ext cx="3657601" cy="1757505"/>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457199" y="2585544"/>
            <a:ext cx="3657601" cy="3675231"/>
          </a:xfrm>
        </p:spPr>
        <p:txBody>
          <a:bodyPr anchor="b">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457201"/>
            <a:ext cx="6440258" cy="585152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36229EA-0834-493E-B1B3-967EBDB83C2A}" type="datetime1">
              <a:rPr lang="en-US" smtClean="0"/>
              <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
            </a:fld>
            <a:endParaRPr lang="en-US"/>
          </a:p>
        </p:txBody>
      </p:sp>
    </p:spTree>
    <p:extLst>
      <p:ext uri="{BB962C8B-B14F-4D97-AF65-F5344CB8AC3E}">
        <p14:creationId xmlns:p14="http://schemas.microsoft.com/office/powerpoint/2010/main" val="2922600496"/>
      </p:ext>
    </p:extLst>
  </p:cSld>
  <p:clrMapOvr>
    <a:masterClrMapping/>
  </p:clrMapOvr>
</p:sldLayout>
</file>

<file path=ppt/slideLayouts/slideLayout_8000003D_459A6F3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C4FBFB14-839E-7A12-0510-8689D86E6846}"/>
              </a:ext>
              <a:ext uri="{C183D7F6-B498-43B3-948B-1728B52AA6E4}">
                <adec:decorative xmlns:adec="http://schemas.microsoft.com/office/drawing/2017/decorative" val="1"/>
              </a:ext>
            </a:extLst>
          </p:cNvPr>
          <p:cNvSpPr/>
          <p:nvPr/>
        </p:nvSpPr>
        <p:spPr>
          <a:xfrm>
            <a:off x="4605423" y="0"/>
            <a:ext cx="7586578" cy="6858000"/>
          </a:xfrm>
          <a:prstGeom prst="rect">
            <a:avLst/>
          </a:prstGeom>
          <a:solidFill>
            <a:schemeClr val="bg1"/>
          </a:solidFill>
          <a:ln>
            <a:noFill/>
          </a:ln>
          <a:effectLst>
            <a:outerShdw blurRad="228600" dist="25400" dir="5400000" sx="97000" sy="97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457199" y="457200"/>
            <a:ext cx="3688868" cy="2212313"/>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472823" y="2826137"/>
            <a:ext cx="3673508"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0CF1A882-A300-45C5-B296-61F099B2F728}" type="datetime1">
              <a:rPr lang="en-US" smtClean="0"/>
              <a:t/>
            </a:fld>
            <a:endParaRPr lang="en-US"/>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5163207" y="557785"/>
            <a:ext cx="6471008" cy="5742430"/>
          </a:xfrm>
          <a:blipFill>
            <a:blip r:embed="rId2">
              <a:alphaModFix amt="70000"/>
            </a:blip>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
            </a:fld>
            <a:endParaRPr lang="en-US"/>
          </a:p>
        </p:txBody>
      </p:sp>
    </p:spTree>
    <p:extLst>
      <p:ext uri="{BB962C8B-B14F-4D97-AF65-F5344CB8AC3E}">
        <p14:creationId xmlns:p14="http://schemas.microsoft.com/office/powerpoint/2010/main" val="1167748920"/>
      </p:ext>
    </p:extLst>
  </p:cSld>
  <p:clrMapOvr>
    <a:masterClrMapping/>
  </p:clrMapOvr>
</p:sldLayout>
</file>

<file path=ppt/slideLayouts/slideLayout_8000003E_F11C3607.xml><?xml version="1.0" encoding="utf-8"?>
<p:sldLayout xmlns:a="http://schemas.openxmlformats.org/drawingml/2006/main" xmlns:r="http://schemas.openxmlformats.org/officeDocument/2006/relationships" xmlns:p="http://schemas.openxmlformats.org/presentationml/2006/main" showMasterSp="0" preserve="1">
  <p:cSld name="Conclusion">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2655738-04DB-F8B9-B985-BD4FFF625D43}"/>
              </a:ext>
              <a:ext uri="{C183D7F6-B498-43B3-948B-1728B52AA6E4}">
                <adec:decorative xmlns:adec="http://schemas.microsoft.com/office/drawing/2017/decorative" val="1"/>
              </a:ext>
            </a:extLst>
          </p:cNvPr>
          <p:cNvSpPr/>
          <p:nvPr/>
        </p:nvSpPr>
        <p:spPr>
          <a:xfrm>
            <a:off x="1" y="-5418"/>
            <a:ext cx="12191999" cy="2583080"/>
          </a:xfrm>
          <a:prstGeom prst="rect">
            <a:avLst/>
          </a:prstGeom>
          <a:solidFill>
            <a:schemeClr val="bg1">
              <a:alpha val="50000"/>
            </a:schemeClr>
          </a:solidFill>
          <a:ln>
            <a:noFill/>
          </a:ln>
          <a:effectLst>
            <a:outerShdw blurRad="228600" dist="25400" dir="5400000" sx="94000" sy="94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835572"/>
            <a:ext cx="10894348" cy="1434662"/>
          </a:xfrm>
        </p:spPr>
        <p:txBody>
          <a:bodyPr anchor="b">
            <a:normAutofit/>
          </a:bodyPr>
          <a:lstStyle>
            <a:lvl1pPr>
              <a:defRPr sz="60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61044" y="3593592"/>
            <a:ext cx="10890504" cy="2743200"/>
          </a:xfrm>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FB303336-736F-4DC6-8BCC-19A34886AFBB}" type="datetime1">
              <a:rPr lang="en-US" smtClean="0"/>
              <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
            </a:fld>
            <a:endParaRPr lang="en-US"/>
          </a:p>
        </p:txBody>
      </p:sp>
    </p:spTree>
    <p:extLst>
      <p:ext uri="{BB962C8B-B14F-4D97-AF65-F5344CB8AC3E}">
        <p14:creationId xmlns:p14="http://schemas.microsoft.com/office/powerpoint/2010/main" val="4045157895"/>
      </p:ext>
    </p:extLst>
  </p:cSld>
  <p:clrMapOvr>
    <a:overrideClrMapping bg1="dk1" tx1="lt1" bg2="dk2" tx2="lt2" accent1="accent1" accent2="accent2" accent3="accent3" accent4="accent4" accent5="accent5" accent6="accent6" hlink="hlink" folHlink="folHlink"/>
  </p:clrMapOvr>
</p:sldLayout>
</file>

<file path=ppt/slideLayouts/slideLayout_8000003F_B61B6B3C.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D936B30-203F-4712-8AB4-D6468F071EE8}"/>
              </a:ext>
              <a:ext uri="{C183D7F6-B498-43B3-948B-1728B52AA6E4}">
                <adec:decorative xmlns:adec="http://schemas.microsoft.com/office/drawing/2017/decorative" val="1"/>
              </a:ext>
            </a:extLst>
          </p:cNvPr>
          <p:cNvSpPr/>
          <p:nvPr/>
        </p:nvSpPr>
        <p:spPr>
          <a:xfrm>
            <a:off x="1" y="-24264"/>
            <a:ext cx="12191999" cy="4299183"/>
          </a:xfrm>
          <a:prstGeom prst="rect">
            <a:avLst/>
          </a:prstGeom>
          <a:solidFill>
            <a:schemeClr val="bg1"/>
          </a:solidFill>
          <a:ln>
            <a:noFill/>
          </a:ln>
          <a:effectLst>
            <a:outerShdw blurRad="254000" dist="254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1001111"/>
            <a:ext cx="8430767" cy="2940268"/>
          </a:xfrm>
        </p:spPr>
        <p:txBody>
          <a:bodyPr anchor="b">
            <a:normAutofit/>
          </a:bodyPr>
          <a:lstStyle>
            <a:lvl1pPr>
              <a:defRPr sz="6000">
                <a:solidFill>
                  <a:schemeClr val="accent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457200" y="4696445"/>
            <a:ext cx="8430639" cy="1279615"/>
          </a:xfrm>
        </p:spPr>
        <p:txBody>
          <a:bodyPr>
            <a:normAutofit/>
          </a:bodyPr>
          <a:lstStyle>
            <a:lvl1pPr marL="0" indent="0">
              <a:buNone/>
              <a:defRPr sz="2400">
                <a:solidFill>
                  <a:schemeClr val="tx2"/>
                </a:solidFill>
              </a:defRPr>
            </a:lvl1pPr>
            <a:lvl2pPr marL="228600" indent="0">
              <a:buNone/>
              <a:defRPr sz="2000">
                <a:solidFill>
                  <a:schemeClr val="tx2"/>
                </a:solidFill>
              </a:defRPr>
            </a:lvl2pPr>
            <a:lvl3pPr marL="457200" indent="0">
              <a:buNone/>
              <a:defRPr sz="1800">
                <a:solidFill>
                  <a:schemeClr val="tx2"/>
                </a:solidFill>
              </a:defRPr>
            </a:lvl3pPr>
            <a:lvl4pPr marL="685800" indent="0">
              <a:buNone/>
              <a:defRPr sz="1600">
                <a:solidFill>
                  <a:schemeClr val="tx2"/>
                </a:solidFill>
              </a:defRPr>
            </a:lvl4pPr>
            <a:lvl5pPr marL="914400" indent="0">
              <a:buNone/>
              <a:defRPr sz="14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22EB525-A897-439A-8E04-7CB2CC010758}" type="datetime1">
              <a:rPr lang="en-US" smtClean="0"/>
              <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
            </a:fld>
            <a:endParaRPr lang="en-US"/>
          </a:p>
        </p:txBody>
      </p:sp>
    </p:spTree>
    <p:extLst>
      <p:ext uri="{BB962C8B-B14F-4D97-AF65-F5344CB8AC3E}">
        <p14:creationId xmlns:p14="http://schemas.microsoft.com/office/powerpoint/2010/main" val="3055250236"/>
      </p:ext>
    </p:extLst>
  </p:cSld>
  <p:clrMapOvr>
    <a:overrideClrMapping bg1="lt1" tx1="dk1" bg2="lt2" tx2="dk2" accent1="accent1" accent2="accent2" accent3="accent3" accent4="accent4" accent5="accent5" accent6="accent6" hlink="hlink" folHlink="folHlink"/>
  </p:clrMapOvr>
</p:sldLayout>
</file>

<file path=ppt/slideLayouts/slideLayout_80000001_B078E725.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7FFB9803-9D1D-4898-AAE2-D2FBD12BA93E}"/>
              </a:ext>
              <a:ext uri="{C183D7F6-B498-43B3-948B-1728B52AA6E4}">
                <adec:decorative xmlns:adec="http://schemas.microsoft.com/office/drawing/2017/decorative" val="1"/>
              </a:ext>
            </a:extLst>
          </p:cNvPr>
          <p:cNvSpPr/>
          <p:nvPr/>
        </p:nvSpPr>
        <p:spPr>
          <a:xfrm>
            <a:off x="1" y="0"/>
            <a:ext cx="12191999" cy="4939393"/>
          </a:xfrm>
          <a:prstGeom prst="rect">
            <a:avLst/>
          </a:prstGeom>
          <a:ln>
            <a:noFill/>
          </a:ln>
          <a:effectLst>
            <a:outerShdw blurRad="292100" dist="63500" dir="5400000" sx="96000" sy="96000" algn="t" rotWithShape="0">
              <a:srgbClr val="000000">
                <a:alpha val="48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199" y="5121129"/>
            <a:ext cx="11277604" cy="786384"/>
          </a:xfrm>
        </p:spPr>
        <p:txBody>
          <a:bodyPr vert="horz" lIns="91440" tIns="45720" rIns="91440" bIns="45720" rtlCol="0" anchor="b">
            <a:normAutofit/>
          </a:bodyPr>
          <a:lstStyle>
            <a:lvl1pPr>
              <a:defRPr lang="en-US" sz="36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198" y="5915481"/>
            <a:ext cx="11277603" cy="480373"/>
          </a:xfrm>
        </p:spPr>
        <p:txBody>
          <a:bodyPr vert="horz" lIns="91440" tIns="45720" rIns="91440" bIns="45720" rtlCol="0">
            <a:normAutofit/>
          </a:bodyPr>
          <a:lstStyle>
            <a:lvl1pPr marL="0" indent="0">
              <a:buNone/>
              <a:defRPr lang="en-US" sz="1800" dirty="0"/>
            </a:lvl1pPr>
          </a:lstStyle>
          <a:p>
            <a:pPr lvl="0"/>
            <a:r>
              <a:rPr lang="en-US"/>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1" y="0"/>
            <a:ext cx="12191999" cy="4944351"/>
          </a:xfrm>
          <a:blipFill dpi="0" rotWithShape="1">
            <a:blip r:embed="rId2">
              <a:alphaModFix amt="70000"/>
            </a:blip>
            <a:srcRect/>
            <a:stretch>
              <a:fillRect/>
            </a:stretch>
          </a:blipFill>
        </p:spPr>
        <p:txBody>
          <a:bodyPr/>
          <a:lstStyle>
            <a:lvl1pPr marL="0" indent="0">
              <a:buNone/>
              <a:defRPr/>
            </a:lvl1pPr>
          </a:lstStyle>
          <a:p>
            <a:r>
              <a:rPr lang="en-US"/>
              <a:t> </a:t>
            </a:r>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p:txBody>
          <a:bodyPr/>
          <a:lstStyle/>
          <a:p>
            <a:fld id="{DC81B6CB-43CE-466F-88A9-8B8F4CFE8975}" type="datetime1">
              <a:rPr lang="en-US" smtClean="0"/>
              <a:t/>
            </a:fld>
            <a:endParaRPr lang="en-US"/>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p:txBody>
          <a:bodyPr/>
          <a:lstStyle/>
          <a:p>
            <a:fld id="{CC057153-B650-4DEB-B370-79DDCFDCE934}" type="slidenum">
              <a:rPr lang="en-US" smtClean="0"/>
              <a:t/>
            </a:fld>
            <a:endParaRPr lang="en-US"/>
          </a:p>
        </p:txBody>
      </p:sp>
    </p:spTree>
    <p:extLst>
      <p:ext uri="{BB962C8B-B14F-4D97-AF65-F5344CB8AC3E}">
        <p14:creationId xmlns:p14="http://schemas.microsoft.com/office/powerpoint/2010/main" val="296071350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2_A203951C.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457201"/>
            <a:ext cx="10809026" cy="971006"/>
          </a:xfrm>
        </p:spPr>
        <p:txBody>
          <a:bodyPr anchor="b"/>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E08FB5FE-74B1-47DA-9CAE-F43A0B55E4F1}" type="datetime1">
              <a:rPr lang="en-US" smtClean="0"/>
              <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
            </a:fld>
            <a:endParaRPr lang="en-US"/>
          </a:p>
        </p:txBody>
      </p:sp>
    </p:spTree>
    <p:extLst>
      <p:ext uri="{BB962C8B-B14F-4D97-AF65-F5344CB8AC3E}">
        <p14:creationId xmlns:p14="http://schemas.microsoft.com/office/powerpoint/2010/main" val="2718143772"/>
      </p:ext>
    </p:extLst>
  </p:cSld>
  <p:clrMapOvr>
    <a:masterClrMapping/>
  </p:clrMapOvr>
</p:sldLayout>
</file>

<file path=ppt/slideLayouts/slideLayout_80000003_4F68A79B.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503EC21-D784-9EDB-F275-60428E050E28}"/>
              </a:ext>
              <a:ext uri="{C183D7F6-B498-43B3-948B-1728B52AA6E4}">
                <adec:decorative xmlns:adec="http://schemas.microsoft.com/office/drawing/2017/decorative" val="1"/>
              </a:ext>
            </a:extLst>
          </p:cNvPr>
          <p:cNvSpPr/>
          <p:nvPr/>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7" name="Rectangle 6">
            <a:extLst>
              <a:ext uri="{FF2B5EF4-FFF2-40B4-BE49-F238E27FC236}">
                <a16:creationId xmlns:a16="http://schemas.microsoft.com/office/drawing/2014/main" id="{85AEA52D-0CD6-21E0-5777-2F16DC4C910A}"/>
              </a:ext>
              <a:ext uri="{C183D7F6-B498-43B3-948B-1728B52AA6E4}">
                <adec:decorative xmlns:adec="http://schemas.microsoft.com/office/drawing/2017/decorative" val="1"/>
              </a:ext>
            </a:extLst>
          </p:cNvPr>
          <p:cNvSpPr/>
          <p:nvPr/>
        </p:nvSpPr>
        <p:spPr>
          <a:xfrm>
            <a:off x="15767" y="0"/>
            <a:ext cx="6584949" cy="6858000"/>
          </a:xfrm>
          <a:prstGeom prst="rect">
            <a:avLst/>
          </a:prstGeom>
          <a:ln>
            <a:noFill/>
          </a:ln>
          <a:effectLst>
            <a:outerShdw blurRad="457200" dist="76200" sx="96000" sy="96000" algn="t" rotWithShape="0">
              <a:srgbClr val="000000">
                <a:alpha val="1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168896" y="555706"/>
            <a:ext cx="4361688" cy="4049084"/>
          </a:xfrm>
        </p:spPr>
        <p:txBody>
          <a:bodyPr vert="horz" lIns="91440" tIns="45720" rIns="91440" bIns="45720" rtlCol="0" anchor="t">
            <a:normAutofit/>
          </a:bodyPr>
          <a:lstStyle>
            <a:lvl1pPr>
              <a:defRPr lang="en-US" sz="48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168896" y="5298623"/>
            <a:ext cx="4371463" cy="971015"/>
          </a:xfrm>
        </p:spPr>
        <p:txBody>
          <a:bodyPr vert="horz" lIns="91440" tIns="45720" rIns="91440" bIns="45720" rtlCol="0" anchor="ctr">
            <a:normAutofit/>
          </a:bodyPr>
          <a:lstStyle>
            <a:lvl1pPr marL="0" indent="0">
              <a:buNone/>
              <a:defRPr lang="en-US" sz="2000"/>
            </a:lvl1pPr>
          </a:lstStyle>
          <a:p>
            <a:pPr lvl="0"/>
            <a:r>
              <a:rPr lang="en-US"/>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15766" y="0"/>
            <a:ext cx="6663325" cy="6858000"/>
          </a:xfrm>
          <a:blipFill dpi="0" rotWithShape="1">
            <a:blip r:embed="rId2">
              <a:alphaModFix amt="70000"/>
            </a:blip>
            <a:srcRect/>
            <a:stretch>
              <a:fillRect/>
            </a:stretch>
          </a:blipFill>
        </p:spPr>
        <p:txBody>
          <a:bodyPr/>
          <a:lstStyle>
            <a:lvl1pPr marL="0" indent="0">
              <a:buNone/>
              <a:defRPr/>
            </a:lvl1pPr>
          </a:lstStyle>
          <a:p>
            <a:r>
              <a:rPr lang="en-US"/>
              <a:t> </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168895" y="6397585"/>
            <a:ext cx="1707625" cy="365125"/>
          </a:xfrm>
        </p:spPr>
        <p:txBody>
          <a:bodyPr/>
          <a:lstStyle>
            <a:lvl1pPr>
              <a:defRPr>
                <a:solidFill>
                  <a:schemeClr val="tx1"/>
                </a:solidFill>
                <a:effectLst/>
              </a:defRPr>
            </a:lvl1pPr>
          </a:lstStyle>
          <a:p>
            <a:fld id="{29891205-2E48-438F-8E2D-D4AB8C3C065A}" type="datetime1">
              <a:rPr lang="en-US" smtClean="0"/>
              <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
            </a:fld>
            <a:endParaRPr lang="en-US"/>
          </a:p>
        </p:txBody>
      </p:sp>
    </p:spTree>
    <p:extLst>
      <p:ext uri="{BB962C8B-B14F-4D97-AF65-F5344CB8AC3E}">
        <p14:creationId xmlns:p14="http://schemas.microsoft.com/office/powerpoint/2010/main" val="133225871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4_403E0ADD.xml><?xml version="1.0" encoding="utf-8"?>
<p:sldLayout xmlns:a="http://schemas.openxmlformats.org/drawingml/2006/main" xmlns:r="http://schemas.openxmlformats.org/officeDocument/2006/relationships" xmlns:p="http://schemas.openxmlformats.org/presentationml/2006/main" preserve="1">
  <p:cSld name="Title with Picture 3">
    <p:spTree>
      <p:nvGrpSpPr>
        <p:cNvPr id="1" name=""/>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49B523C6-1C5C-6DE8-4A3F-21360DF86013}"/>
              </a:ext>
              <a:ext uri="{C183D7F6-B498-43B3-948B-1728B52AA6E4}">
                <adec:decorative xmlns:adec="http://schemas.microsoft.com/office/drawing/2017/decorative" val="1"/>
              </a:ext>
            </a:extLst>
          </p:cNvPr>
          <p:cNvSpPr/>
          <p:nvPr/>
        </p:nvSpPr>
        <p:spPr>
          <a:xfrm>
            <a:off x="2" y="0"/>
            <a:ext cx="5059528"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200" y="457200"/>
            <a:ext cx="4025153" cy="3739896"/>
          </a:xfrm>
        </p:spPr>
        <p:txBody>
          <a:bodyPr vert="horz" lIns="91440" tIns="45720" rIns="91440" bIns="45720" rtlCol="0" anchor="t">
            <a:normAutofit/>
          </a:bodyPr>
          <a:lstStyle>
            <a:lvl1pPr>
              <a:defRPr lang="en-US" sz="44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200" y="5332780"/>
            <a:ext cx="4025153" cy="1016813"/>
          </a:xfrm>
        </p:spPr>
        <p:txBody>
          <a:bodyPr vert="horz" lIns="91440" tIns="45720" rIns="91440" bIns="45720" rtlCol="0" anchor="ctr">
            <a:normAutofit/>
          </a:bodyPr>
          <a:lstStyle>
            <a:lvl1pPr marL="0" indent="0">
              <a:buNone/>
              <a:defRPr lang="en-US" sz="2000" dirty="0"/>
            </a:lvl1pPr>
          </a:lstStyle>
          <a:p>
            <a:pPr lvl="0"/>
            <a:r>
              <a:rPr lang="en-US"/>
              <a:t>Click to edit Master subtitle style</a:t>
            </a:r>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457200" y="6396802"/>
            <a:ext cx="1631737" cy="365125"/>
          </a:xfrm>
        </p:spPr>
        <p:txBody>
          <a:bodyPr/>
          <a:lstStyle/>
          <a:p>
            <a:fld id="{D5F03827-1D21-4134-AE54-D5524D64DCEC}" type="datetime1">
              <a:rPr lang="en-US" smtClean="0"/>
              <a:t/>
            </a:fld>
            <a:endParaRPr lang="en-US"/>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1963428" y="6396802"/>
            <a:ext cx="2540857" cy="365125"/>
          </a:xfrm>
        </p:spPr>
        <p:txBody>
          <a:bodyPr/>
          <a:lstStyle/>
          <a:p>
            <a:r>
              <a:rPr lang="en-US"/>
              <a:t>Sample Footer Text</a:t>
            </a:r>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4519970" y="6396802"/>
            <a:ext cx="539560" cy="365125"/>
          </a:xfrm>
        </p:spPr>
        <p:txBody>
          <a:bodyPr/>
          <a:lstStyle/>
          <a:p>
            <a:fld id="{CC057153-B650-4DEB-B370-79DDCFDCE934}" type="slidenum">
              <a:rPr lang="en-US" smtClean="0"/>
              <a:t/>
            </a:fld>
            <a:endParaRPr lang="en-US"/>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5029201" y="0"/>
            <a:ext cx="7162800" cy="6858000"/>
          </a:xfrm>
          <a:blipFill dpi="0" rotWithShape="1">
            <a:blip r:embed="rId2">
              <a:alphaModFix amt="70000"/>
            </a:blip>
            <a:srcRect/>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107780783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5_100D2EE8.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6BE31160-AF08-1CA6-A9BD-8666BB28452A}"/>
              </a:ext>
              <a:ext uri="{C183D7F6-B498-43B3-948B-1728B52AA6E4}">
                <adec:decorative xmlns:adec="http://schemas.microsoft.com/office/drawing/2017/decorative" val="1"/>
              </a:ext>
            </a:extLst>
          </p:cNvPr>
          <p:cNvSpPr/>
          <p:nvPr/>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49279" y="441434"/>
            <a:ext cx="7638277" cy="3743005"/>
          </a:xfrm>
        </p:spPr>
        <p:txBody>
          <a:bodyPr vert="horz" lIns="91440" tIns="45720" rIns="91440" bIns="45720" rtlCol="0" anchor="t">
            <a:normAutofit/>
          </a:bodyPr>
          <a:lstStyle>
            <a:lvl1pPr>
              <a:defRPr lang="en-US" sz="70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199" y="5479642"/>
            <a:ext cx="7543001" cy="775044"/>
          </a:xfrm>
        </p:spPr>
        <p:txBody>
          <a:bodyPr vert="horz" lIns="91440" tIns="45720" rIns="91440" bIns="45720" rtlCol="0" anchor="ctr">
            <a:normAutofit/>
          </a:bodyPr>
          <a:lstStyle>
            <a:lvl1pPr marL="0" indent="0">
              <a:buNone/>
              <a:defRPr lang="en-US" sz="2400" dirty="0">
                <a:solidFill>
                  <a:schemeClr val="accent1"/>
                </a:solidFill>
              </a:defRPr>
            </a:lvl1pPr>
          </a:lstStyle>
          <a:p>
            <a:pPr lvl="0"/>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83248D1D-0000-4046-B84B-B9CEFCDA17B6}" type="datetime1">
              <a:rPr lang="en-US" smtClean="0"/>
              <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
            </a:fld>
            <a:endParaRPr lang="en-US"/>
          </a:p>
        </p:txBody>
      </p:sp>
    </p:spTree>
    <p:extLst>
      <p:ext uri="{BB962C8B-B14F-4D97-AF65-F5344CB8AC3E}">
        <p14:creationId xmlns:p14="http://schemas.microsoft.com/office/powerpoint/2010/main" val="26929943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6_7BA63944.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6BE31160-AF08-1CA6-A9BD-8666BB28452A}"/>
              </a:ext>
              <a:ext uri="{C183D7F6-B498-43B3-948B-1728B52AA6E4}">
                <adec:decorative xmlns:adec="http://schemas.microsoft.com/office/drawing/2017/decorative" val="1"/>
              </a:ext>
            </a:extLst>
          </p:cNvPr>
          <p:cNvSpPr/>
          <p:nvPr/>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49278" y="441434"/>
            <a:ext cx="7955280" cy="3743005"/>
          </a:xfrm>
        </p:spPr>
        <p:txBody>
          <a:bodyPr vert="horz" lIns="91440" tIns="45720" rIns="91440" bIns="45720" rtlCol="0" anchor="t">
            <a:normAutofit/>
          </a:bodyPr>
          <a:lstStyle>
            <a:lvl1pPr>
              <a:defRPr lang="en-US" sz="8000" dirty="0">
                <a:solidFill>
                  <a:schemeClr val="accent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199" y="5479642"/>
            <a:ext cx="7866993" cy="775044"/>
          </a:xfrm>
        </p:spPr>
        <p:txBody>
          <a:bodyPr vert="horz" lIns="91440" tIns="45720" rIns="91440" bIns="45720" rtlCol="0" anchor="ctr">
            <a:normAutofit/>
          </a:bodyPr>
          <a:lstStyle>
            <a:lvl1pPr marL="0" indent="0">
              <a:buNone/>
              <a:defRPr lang="en-US" sz="2200" dirty="0"/>
            </a:lvl1pPr>
          </a:lstStyle>
          <a:p>
            <a:pPr lvl="0"/>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80221960-FE29-4EC6-B6FC-C22016F1BE24}" type="datetime1">
              <a:rPr lang="en-US" smtClean="0"/>
              <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
            </a:fld>
            <a:endParaRPr lang="en-US"/>
          </a:p>
        </p:txBody>
      </p:sp>
    </p:spTree>
    <p:extLst>
      <p:ext uri="{BB962C8B-B14F-4D97-AF65-F5344CB8AC3E}">
        <p14:creationId xmlns:p14="http://schemas.microsoft.com/office/powerpoint/2010/main" val="207449120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7_7F824A87.xml><?xml version="1.0" encoding="utf-8"?>
<p:sldLayout xmlns:a="http://schemas.openxmlformats.org/drawingml/2006/main" xmlns:r="http://schemas.openxmlformats.org/officeDocument/2006/relationships" xmlns:p="http://schemas.openxmlformats.org/presentationml/2006/main" type="title" preserve="1">
  <p:cSld name="Title 3">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F3B096F-F950-72C3-095D-2538032D98C8}"/>
              </a:ext>
              <a:ext uri="{C183D7F6-B498-43B3-948B-1728B52AA6E4}">
                <adec:decorative xmlns:adec="http://schemas.microsoft.com/office/drawing/2017/decorative" val="1"/>
              </a:ext>
            </a:extLst>
          </p:cNvPr>
          <p:cNvSpPr/>
          <p:nvPr/>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199" y="925186"/>
            <a:ext cx="7876287" cy="3592629"/>
          </a:xfrm>
        </p:spPr>
        <p:txBody>
          <a:bodyPr vert="horz" lIns="91440" tIns="45720" rIns="91440" bIns="45720" rtlCol="0" anchor="b">
            <a:normAutofit/>
          </a:bodyPr>
          <a:lstStyle>
            <a:lvl1pPr>
              <a:defRPr lang="en-US" sz="7200" dirty="0">
                <a:solidFill>
                  <a:schemeClr val="accent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198" y="5376439"/>
            <a:ext cx="7876287" cy="981451"/>
          </a:xfrm>
        </p:spPr>
        <p:txBody>
          <a:bodyPr vert="horz" lIns="91440" tIns="45720" rIns="91440" bIns="45720" rtlCol="0" anchor="ctr">
            <a:normAutofit/>
          </a:bodyPr>
          <a:lstStyle>
            <a:lvl1pPr marL="0" indent="0">
              <a:buNone/>
              <a:defRPr lang="en-US" sz="2000" dirty="0"/>
            </a:lvl1pPr>
          </a:lstStyle>
          <a:p>
            <a:pPr lvl="0"/>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457199" y="6397585"/>
            <a:ext cx="4043855" cy="365125"/>
          </a:xfrm>
        </p:spPr>
        <p:txBody>
          <a:bodyPr/>
          <a:lstStyle/>
          <a:p>
            <a:fld id="{5D9D788B-2E73-40B9-BCA6-1E765B601FEF}" type="datetime1">
              <a:rPr lang="en-US" smtClean="0"/>
              <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
            </a:fld>
            <a:endParaRPr lang="en-US"/>
          </a:p>
        </p:txBody>
      </p:sp>
    </p:spTree>
    <p:extLst>
      <p:ext uri="{BB962C8B-B14F-4D97-AF65-F5344CB8AC3E}">
        <p14:creationId xmlns:p14="http://schemas.microsoft.com/office/powerpoint/2010/main" val="213924519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8_19AA2DA0.xml><?xml version="1.0" encoding="utf-8"?>
<p:sldLayout xmlns:a="http://schemas.openxmlformats.org/drawingml/2006/main" xmlns:r="http://schemas.openxmlformats.org/officeDocument/2006/relationships" xmlns:p="http://schemas.openxmlformats.org/presentationml/2006/main" showMasterSp="0" preserve="1">
  <p:cSld name="Section Header">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197" y="3507830"/>
            <a:ext cx="7772400" cy="2944368"/>
          </a:xfrm>
        </p:spPr>
        <p:txBody>
          <a:bodyPr vert="horz" lIns="91440" tIns="45720" rIns="91440" bIns="45720" rtlCol="0" anchor="b">
            <a:normAutofit/>
          </a:bodyPr>
          <a:lstStyle>
            <a:lvl1pPr>
              <a:defRPr lang="en-US" sz="8000" dirty="0">
                <a:solidFill>
                  <a:schemeClr val="accent1">
                    <a:lumMod val="20000"/>
                    <a:lumOff val="80000"/>
                  </a:schemeClr>
                </a:solidFill>
              </a:defRPr>
            </a:lvl1pPr>
          </a:lstStyle>
          <a:p>
            <a:pPr lvl="0"/>
            <a:r>
              <a:rPr lang="en-US"/>
              <a:t>Click to edit Master 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accent1">
                    <a:lumMod val="20000"/>
                    <a:lumOff val="80000"/>
                  </a:schemeClr>
                </a:solidFill>
              </a:defRPr>
            </a:lvl1pPr>
          </a:lstStyle>
          <a:p>
            <a:fld id="{C4D6F1DF-7200-4B91-8050-F635DAB9B966}" type="datetime1">
              <a:rPr lang="en-US" smtClean="0"/>
              <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accent1">
                    <a:lumMod val="20000"/>
                    <a:lumOff val="80000"/>
                  </a:schemeClr>
                </a:solidFill>
              </a:defRPr>
            </a:lvl1p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accent1">
                    <a:lumMod val="20000"/>
                    <a:lumOff val="80000"/>
                  </a:schemeClr>
                </a:solidFill>
              </a:defRPr>
            </a:lvl1pPr>
          </a:lstStyle>
          <a:p>
            <a:fld id="{CC057153-B650-4DEB-B370-79DDCFDCE934}" type="slidenum">
              <a:rPr lang="en-US" smtClean="0"/>
              <a:pPr/>
              <a:t/>
            </a:fld>
            <a:endParaRPr lang="en-US"/>
          </a:p>
        </p:txBody>
      </p:sp>
    </p:spTree>
    <p:extLst>
      <p:ext uri="{BB962C8B-B14F-4D97-AF65-F5344CB8AC3E}">
        <p14:creationId xmlns:p14="http://schemas.microsoft.com/office/powerpoint/2010/main" val="43058320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84">
          <p15:clr>
            <a:srgbClr val="FBAE40"/>
          </p15:clr>
        </p15:guide>
        <p15:guide id="6" pos="3840">
          <p15:clr>
            <a:srgbClr val="FBAE40"/>
          </p15:clr>
        </p15:guide>
      </p15:sldGuideLst>
    </p:ext>
  </p:extLst>
</p:sldLayout>
</file>

<file path=ppt/slideLayouts/slideLayout_80000009_78A9EF35.xml><?xml version="1.0" encoding="utf-8"?>
<p:sldLayout xmlns:a="http://schemas.openxmlformats.org/drawingml/2006/main" xmlns:r="http://schemas.openxmlformats.org/officeDocument/2006/relationships" xmlns:p="http://schemas.openxmlformats.org/presentationml/2006/main" showMasterSp="0" preserve="1">
  <p:cSld name="Section Header 2">
    <p:bg>
      <p:bgPr>
        <a:solidFill>
          <a:schemeClr val="bg2">
            <a:lumMod val="9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197" y="3507830"/>
            <a:ext cx="7772400" cy="2944368"/>
          </a:xfrm>
        </p:spPr>
        <p:txBody>
          <a:bodyPr vert="horz" lIns="91440" tIns="45720" rIns="91440" bIns="45720" rtlCol="0" anchor="b">
            <a:normAutofit/>
          </a:bodyPr>
          <a:lstStyle>
            <a:lvl1pPr>
              <a:defRPr lang="en-US" sz="8000" dirty="0">
                <a:solidFill>
                  <a:schemeClr val="accent1"/>
                </a:solidFill>
              </a:defRPr>
            </a:lvl1pPr>
          </a:lstStyle>
          <a:p>
            <a:pPr lvl="0"/>
            <a:r>
              <a:rPr lang="en-US"/>
              <a:t>Click to edit Master 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095D0CDF-3021-486C-B3C2-8B0F2ECF95F9}" type="datetime1">
              <a:rPr lang="en-US" smtClean="0"/>
              <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
            </a:fld>
            <a:endParaRPr lang="en-US"/>
          </a:p>
        </p:txBody>
      </p:sp>
    </p:spTree>
    <p:extLst>
      <p:ext uri="{BB962C8B-B14F-4D97-AF65-F5344CB8AC3E}">
        <p14:creationId xmlns:p14="http://schemas.microsoft.com/office/powerpoint/2010/main" val="202440274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84">
          <p15:clr>
            <a:srgbClr val="FBAE40"/>
          </p15:clr>
        </p15:guide>
        <p15:guide id="6" pos="3840">
          <p15:clr>
            <a:srgbClr val="FBAE40"/>
          </p15:clr>
        </p15:guide>
      </p15:sldGuideLst>
    </p:ext>
  </p:extLst>
</p:sldLayout>
</file>

<file path=ppt/slideLayouts/slideLayout_80000018_FDCC2379.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6BC7D191-B699-A268-2B37-AF87FB6A1A97}"/>
              </a:ext>
              <a:ext uri="{C183D7F6-B498-43B3-948B-1728B52AA6E4}">
                <adec:decorative xmlns:adec="http://schemas.microsoft.com/office/drawing/2017/decorative" val="1"/>
              </a:ext>
            </a:extLst>
          </p:cNvPr>
          <p:cNvSpPr/>
          <p:nvPr/>
        </p:nvSpPr>
        <p:spPr>
          <a:xfrm>
            <a:off x="5158292" y="0"/>
            <a:ext cx="7033708" cy="6858000"/>
          </a:xfrm>
          <a:prstGeom prst="rect">
            <a:avLst/>
          </a:prstGeom>
          <a:ln>
            <a:noFill/>
          </a:ln>
          <a:effectLst>
            <a:outerShdw blurRad="304800" dist="50800" dir="5400000" sx="96000" sy="96000" algn="t" rotWithShape="0">
              <a:srgbClr val="0000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65415" y="2385975"/>
            <a:ext cx="3635640" cy="2561582"/>
          </a:xfrm>
        </p:spPr>
        <p:txBody>
          <a:bodyPr anchor="t">
            <a:normAutofit/>
          </a:bodyPr>
          <a:lstStyle>
            <a:lvl1pPr>
              <a:defRPr sz="4400"/>
            </a:lvl1pPr>
          </a:lstStyle>
          <a:p>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5679626" y="2386584"/>
            <a:ext cx="4827810" cy="2459736"/>
          </a:xfrm>
        </p:spPr>
        <p:txBody>
          <a:bodyPr>
            <a:normAutofit/>
          </a:bodyPr>
          <a:lstStyle>
            <a:lvl1pPr marL="0" indent="0">
              <a:buNone/>
              <a:defRPr sz="2000"/>
            </a:lvl1pPr>
            <a:lvl2pPr marL="228600" indent="0">
              <a:buNone/>
              <a:defRPr sz="1800"/>
            </a:lvl2pPr>
            <a:lvl3pPr marL="457200" indent="0">
              <a:buNone/>
              <a:defRPr sz="16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6CA3412E-88C0-423A-B33B-2B668DA927D6}" type="datetime1">
              <a:rPr lang="en-US" smtClean="0"/>
              <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
            </a:fld>
            <a:endParaRPr lang="en-US"/>
          </a:p>
        </p:txBody>
      </p:sp>
    </p:spTree>
    <p:extLst>
      <p:ext uri="{BB962C8B-B14F-4D97-AF65-F5344CB8AC3E}">
        <p14:creationId xmlns:p14="http://schemas.microsoft.com/office/powerpoint/2010/main" val="4258014073"/>
      </p:ext>
    </p:extLst>
  </p:cSld>
  <p:clrMapOvr>
    <a:masterClrMapping/>
  </p:clrMapOvr>
</p:sldLayout>
</file>

<file path=ppt/slideLayouts/slideLayout_80000019_6798F75C.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EDC977C0-EDF0-01D2-4B36-D815C4C62A90}"/>
              </a:ext>
              <a:ext uri="{C183D7F6-B498-43B3-948B-1728B52AA6E4}">
                <adec:decorative xmlns:adec="http://schemas.microsoft.com/office/drawing/2017/decorative" val="1"/>
              </a:ext>
            </a:extLst>
          </p:cNvPr>
          <p:cNvSpPr/>
          <p:nvPr/>
        </p:nvSpPr>
        <p:spPr>
          <a:xfrm>
            <a:off x="1" y="0"/>
            <a:ext cx="4998404" cy="6858000"/>
          </a:xfrm>
          <a:prstGeom prst="rect">
            <a:avLst/>
          </a:prstGeom>
          <a:ln>
            <a:noFill/>
          </a:ln>
          <a:effectLst>
            <a:outerShdw blurRad="304800" dist="50800" dir="5400000" sx="95000" sy="95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199" y="1861457"/>
            <a:ext cx="3902530" cy="3900335"/>
          </a:xfrm>
        </p:spPr>
        <p:txBody>
          <a:bodyPr vert="horz" lIns="91440" tIns="45720" rIns="91440" bIns="45720" rtlCol="0" anchor="t">
            <a:normAutofit/>
          </a:bodyPr>
          <a:lstStyle>
            <a:lvl1pPr>
              <a:defRPr lang="en-US" sz="3200" dirty="0"/>
            </a:lvl1pPr>
          </a:lstStyle>
          <a:p>
            <a:pPr lvl="0"/>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1861457"/>
            <a:ext cx="4956175" cy="38950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E21C159D-7D89-42C2-8281-5FCE30E88AB1}" type="datetime1">
              <a:rPr lang="en-US" smtClean="0"/>
              <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
            </a:fld>
            <a:endParaRPr lang="en-US"/>
          </a:p>
        </p:txBody>
      </p:sp>
    </p:spTree>
    <p:extLst>
      <p:ext uri="{BB962C8B-B14F-4D97-AF65-F5344CB8AC3E}">
        <p14:creationId xmlns:p14="http://schemas.microsoft.com/office/powerpoint/2010/main" val="1738078044"/>
      </p:ext>
    </p:extLst>
  </p:cSld>
  <p:clrMapOvr>
    <a:masterClrMapping/>
  </p:clrMapOvr>
</p:sldLayout>
</file>

<file path=ppt/slideLayouts/slideLayout_80000020_6CD0BB7D.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835C6F1D-29B8-BAD8-4A04-26165093EC9E}"/>
              </a:ext>
              <a:ext uri="{C183D7F6-B498-43B3-948B-1728B52AA6E4}">
                <adec:decorative xmlns:adec="http://schemas.microsoft.com/office/drawing/2017/decorative" val="1"/>
              </a:ext>
            </a:extLst>
          </p:cNvPr>
          <p:cNvSpPr/>
          <p:nvPr/>
        </p:nvSpPr>
        <p:spPr>
          <a:xfrm>
            <a:off x="0" y="-1"/>
            <a:ext cx="12191999" cy="1715534"/>
          </a:xfrm>
          <a:prstGeom prst="rect">
            <a:avLst/>
          </a:prstGeom>
          <a:ln>
            <a:noFill/>
          </a:ln>
          <a:effectLst>
            <a:outerShdw blurRad="228600" dist="25400" dir="5400000" sx="94000" sy="94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6" name="Rectangle 5">
            <a:extLst>
              <a:ext uri="{FF2B5EF4-FFF2-40B4-BE49-F238E27FC236}">
                <a16:creationId xmlns:a16="http://schemas.microsoft.com/office/drawing/2014/main" id="{C5ACC7DB-B90B-195F-A4A9-CBAC728A259F}"/>
              </a:ext>
              <a:ext uri="{C183D7F6-B498-43B3-948B-1728B52AA6E4}">
                <adec:decorative xmlns:adec="http://schemas.microsoft.com/office/drawing/2017/decorative" val="1"/>
              </a:ext>
            </a:extLst>
          </p:cNvPr>
          <p:cNvSpPr/>
          <p:nvPr/>
        </p:nvSpPr>
        <p:spPr>
          <a:xfrm>
            <a:off x="7400542" y="0"/>
            <a:ext cx="4791457" cy="6858000"/>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38912"/>
            <a:ext cx="6249032" cy="987552"/>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57200" y="2031143"/>
            <a:ext cx="6249032" cy="42034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457200" y="6397586"/>
            <a:ext cx="3307438" cy="365125"/>
          </a:xfrm>
        </p:spPr>
        <p:txBody>
          <a:bodyPr/>
          <a:lstStyle/>
          <a:p>
            <a:fld id="{05C068A9-E788-4706-91DE-7660DC7E7F0B}" type="datetime1">
              <a:rPr lang="en-US" smtClean="0"/>
              <a:t/>
            </a:fld>
            <a:endParaRPr lang="en-US"/>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3950591" y="6397490"/>
            <a:ext cx="2755641" cy="365125"/>
          </a:xfrm>
        </p:spPr>
        <p:txBody>
          <a:bodyPr/>
          <a:lstStyle/>
          <a:p>
            <a:r>
              <a:rPr lang="en-US"/>
              <a:t>Sample Footer Text</a:t>
            </a:r>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706232" y="6397490"/>
            <a:ext cx="429207" cy="365125"/>
          </a:xfrm>
        </p:spPr>
        <p:txBody>
          <a:bodyPr/>
          <a:lstStyle/>
          <a:p>
            <a:fld id="{CC057153-B650-4DEB-B370-79DDCFDCE934}" type="slidenum">
              <a:rPr lang="en-US" smtClean="0"/>
              <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400544" y="0"/>
            <a:ext cx="4791456" cy="6858000"/>
          </a:xfrm>
          <a:blipFill>
            <a:blip r:embed="rId2">
              <a:alphaModFix amt="70000"/>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1825618813"/>
      </p:ext>
    </p:extLst>
  </p:cSld>
  <p:clrMapOvr>
    <a:masterClrMapping/>
  </p:clrMapOvr>
</p:sldLayout>
</file>

<file path=ppt/slideLayouts/slideLayout_80000021_90D25437.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FF35C4E8-9A24-3BEF-0D59-22000916970C}"/>
              </a:ext>
              <a:ext uri="{C183D7F6-B498-43B3-948B-1728B52AA6E4}">
                <adec:decorative xmlns:adec="http://schemas.microsoft.com/office/drawing/2017/decorative" val="1"/>
              </a:ext>
            </a:extLst>
          </p:cNvPr>
          <p:cNvSpPr/>
          <p:nvPr/>
        </p:nvSpPr>
        <p:spPr>
          <a:xfrm>
            <a:off x="0" y="0"/>
            <a:ext cx="4019930" cy="6858000"/>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41264" y="320040"/>
            <a:ext cx="7062472" cy="1105348"/>
          </a:xfrm>
        </p:spPr>
        <p:txBody>
          <a:bodyPr anchor="b"/>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019930" cy="6858000"/>
          </a:xfr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541264" y="1595300"/>
            <a:ext cx="7062472" cy="47689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4541264" y="6397586"/>
            <a:ext cx="3698786" cy="365125"/>
          </a:xfrm>
        </p:spPr>
        <p:txBody>
          <a:bodyPr/>
          <a:lstStyle/>
          <a:p>
            <a:fld id="{C8311AF8-7954-47E6-837D-7F81EAFD6BAB}" type="datetime1">
              <a:rPr lang="en-US" smtClean="0"/>
              <a:t/>
            </a:fld>
            <a:endParaRPr lang="en-US"/>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8326257" y="6397586"/>
            <a:ext cx="3184635" cy="365125"/>
          </a:xfrm>
        </p:spPr>
        <p:txBody>
          <a:bodyPr/>
          <a:lstStyle/>
          <a:p>
            <a:r>
              <a:rPr lang="en-US"/>
              <a:t>Sample Footer Text</a:t>
            </a:r>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p:txBody>
          <a:bodyPr/>
          <a:lstStyle/>
          <a:p>
            <a:fld id="{CC057153-B650-4DEB-B370-79DDCFDCE934}" type="slidenum">
              <a:rPr lang="en-US" smtClean="0"/>
              <a:t/>
            </a:fld>
            <a:endParaRPr lang="en-US"/>
          </a:p>
        </p:txBody>
      </p:sp>
    </p:spTree>
    <p:extLst>
      <p:ext uri="{BB962C8B-B14F-4D97-AF65-F5344CB8AC3E}">
        <p14:creationId xmlns:p14="http://schemas.microsoft.com/office/powerpoint/2010/main" val="2429703223"/>
      </p:ext>
    </p:extLst>
  </p:cSld>
  <p:clrMapOvr>
    <a:masterClrMapping/>
  </p:clrMapOvr>
</p:sldLayout>
</file>

<file path=ppt/slideLayouts/slideLayout_80000022_54D5C7BF.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C09B6B00-AC17-D2DA-234C-12A24C08F5E0}"/>
              </a:ext>
              <a:ext uri="{C183D7F6-B498-43B3-948B-1728B52AA6E4}">
                <adec:decorative xmlns:adec="http://schemas.microsoft.com/office/drawing/2017/decorative" val="1"/>
              </a:ext>
            </a:extLst>
          </p:cNvPr>
          <p:cNvSpPr/>
          <p:nvPr/>
        </p:nvSpPr>
        <p:spPr>
          <a:xfrm>
            <a:off x="8091732" y="0"/>
            <a:ext cx="4100268" cy="6858000"/>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0"/>
            <a:ext cx="7084142" cy="968895"/>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57199" y="1596044"/>
            <a:ext cx="7084143" cy="46867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457200" y="6397586"/>
            <a:ext cx="3643070" cy="365125"/>
          </a:xfrm>
        </p:spPr>
        <p:txBody>
          <a:bodyPr/>
          <a:lstStyle/>
          <a:p>
            <a:fld id="{6680B6FE-65B2-439C-A510-29C1D5265E18}" type="datetime1">
              <a:rPr lang="en-US" smtClean="0"/>
              <a:t/>
            </a:fld>
            <a:endParaRPr lang="en-US"/>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4301338" y="6397956"/>
            <a:ext cx="2988813" cy="365125"/>
          </a:xfrm>
        </p:spPr>
        <p:txBody>
          <a:bodyPr/>
          <a:lstStyle/>
          <a:p>
            <a:r>
              <a:rPr lang="en-US"/>
              <a:t>Sample Footer Text</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290151" y="6397956"/>
            <a:ext cx="499902" cy="364755"/>
          </a:xfrm>
        </p:spPr>
        <p:txBody>
          <a:bodyPr/>
          <a:lstStyle/>
          <a:p>
            <a:fld id="{CC057153-B650-4DEB-B370-79DDCFDCE934}" type="slidenum">
              <a:rPr lang="en-US" smtClean="0"/>
              <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a:blip r:embed="rId2">
              <a:alphaModFix amt="70000"/>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1423296447"/>
      </p:ext>
    </p:extLst>
  </p:cSld>
  <p:clrMapOvr>
    <a:masterClrMapping/>
  </p:clrMapOvr>
</p:sldLayout>
</file>

<file path=ppt/slideLayouts/slideLayout_80000023_2DCBC460.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176B02D-6E01-2EBF-F325-B8DA3911406C}"/>
              </a:ext>
              <a:ext uri="{C183D7F6-B498-43B3-948B-1728B52AA6E4}">
                <adec:decorative xmlns:adec="http://schemas.microsoft.com/office/drawing/2017/decorative" val="1"/>
              </a:ext>
            </a:extLst>
          </p:cNvPr>
          <p:cNvSpPr/>
          <p:nvPr/>
        </p:nvSpPr>
        <p:spPr>
          <a:xfrm>
            <a:off x="0" y="0"/>
            <a:ext cx="6721068" cy="6858000"/>
          </a:xfrm>
          <a:prstGeom prst="rect">
            <a:avLst/>
          </a:prstGeom>
          <a:ln>
            <a:noFill/>
          </a:ln>
          <a:effectLst>
            <a:outerShdw blurRad="254000" dist="50800" dir="5400000" sx="96000" sy="96000" algn="t"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242526" y="457200"/>
            <a:ext cx="4437283" cy="1410020"/>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6721068" cy="6858000"/>
          </a:xfr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242463" y="2034314"/>
            <a:ext cx="4437283" cy="42744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757C14F0-7A62-A99F-32EF-20CD6D158758}"/>
              </a:ext>
            </a:extLst>
          </p:cNvPr>
          <p:cNvSpPr>
            <a:spLocks noGrp="1"/>
          </p:cNvSpPr>
          <p:nvPr>
            <p:ph type="dt" sz="half" idx="15"/>
          </p:nvPr>
        </p:nvSpPr>
        <p:spPr>
          <a:xfrm>
            <a:off x="7242464" y="6397586"/>
            <a:ext cx="1081730" cy="365125"/>
          </a:xfrm>
        </p:spPr>
        <p:txBody>
          <a:bodyPr/>
          <a:lstStyle/>
          <a:p>
            <a:fld id="{8B57DA0F-C87F-4899-B3EC-A249D58CEB65}" type="datetime1">
              <a:rPr lang="en-US" smtClean="0"/>
              <a:t/>
            </a:fld>
            <a:endParaRPr lang="en-US"/>
          </a:p>
        </p:txBody>
      </p:sp>
      <p:sp>
        <p:nvSpPr>
          <p:cNvPr id="4" name="Footer Placeholder 3">
            <a:extLst>
              <a:ext uri="{FF2B5EF4-FFF2-40B4-BE49-F238E27FC236}">
                <a16:creationId xmlns:a16="http://schemas.microsoft.com/office/drawing/2014/main" id="{049D7113-6F8F-6484-6394-7073CDE0310F}"/>
              </a:ext>
            </a:extLst>
          </p:cNvPr>
          <p:cNvSpPr>
            <a:spLocks noGrp="1"/>
          </p:cNvSpPr>
          <p:nvPr>
            <p:ph type="ftr" sz="quarter" idx="16"/>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A7D98A66-183A-7844-870D-C3A684106A1A}"/>
              </a:ext>
            </a:extLst>
          </p:cNvPr>
          <p:cNvSpPr>
            <a:spLocks noGrp="1"/>
          </p:cNvSpPr>
          <p:nvPr>
            <p:ph type="sldNum" sz="quarter" idx="17"/>
          </p:nvPr>
        </p:nvSpPr>
        <p:spPr/>
        <p:txBody>
          <a:bodyPr/>
          <a:lstStyle/>
          <a:p>
            <a:fld id="{CC057153-B650-4DEB-B370-79DDCFDCE934}" type="slidenum">
              <a:rPr lang="en-US" smtClean="0"/>
              <a:pPr/>
              <a:t/>
            </a:fld>
            <a:endParaRPr lang="en-US"/>
          </a:p>
        </p:txBody>
      </p:sp>
    </p:spTree>
    <p:extLst>
      <p:ext uri="{BB962C8B-B14F-4D97-AF65-F5344CB8AC3E}">
        <p14:creationId xmlns:p14="http://schemas.microsoft.com/office/powerpoint/2010/main" val="768328800"/>
      </p:ext>
    </p:extLst>
  </p:cSld>
  <p:clrMapOvr>
    <a:masterClrMapping/>
  </p:clrMapOvr>
</p:sldLayout>
</file>

<file path=ppt/slideLayouts/slideLayout_80000024_84BEE8CB.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97EE1131-07A4-11FC-0FF4-FD66B6F29C1E}"/>
              </a:ext>
              <a:ext uri="{C183D7F6-B498-43B3-948B-1728B52AA6E4}">
                <adec:decorative xmlns:adec="http://schemas.microsoft.com/office/drawing/2017/decorative" val="1"/>
              </a:ext>
            </a:extLst>
          </p:cNvPr>
          <p:cNvSpPr/>
          <p:nvPr/>
        </p:nvSpPr>
        <p:spPr>
          <a:xfrm>
            <a:off x="5666014" y="0"/>
            <a:ext cx="6525986" cy="6858000"/>
          </a:xfrm>
          <a:prstGeom prst="rect">
            <a:avLst/>
          </a:prstGeom>
          <a:ln>
            <a:noFill/>
          </a:ln>
          <a:effectLst>
            <a:outerShdw blurRad="254000" dist="50800" dir="5400000" sx="96000" sy="96000" algn="t"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199"/>
            <a:ext cx="4596493" cy="1843237"/>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57200" y="2467530"/>
            <a:ext cx="4596493" cy="3841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57200" y="6400801"/>
            <a:ext cx="2103432" cy="365125"/>
          </a:xfrm>
        </p:spPr>
        <p:txBody>
          <a:bodyPr/>
          <a:lstStyle/>
          <a:p>
            <a:fld id="{09BF27F9-1986-4E12-BC85-E6598B06D7AD}" type="datetime1">
              <a:rPr lang="en-US" smtClean="0"/>
              <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560632" y="6400801"/>
            <a:ext cx="2386925" cy="365125"/>
          </a:xfrm>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5030576" y="6400801"/>
            <a:ext cx="429207" cy="365125"/>
          </a:xfrm>
        </p:spPr>
        <p:txBody>
          <a:bodyPr/>
          <a:lstStyle>
            <a:lvl1pPr>
              <a:defRPr>
                <a:solidFill>
                  <a:schemeClr val="tx1"/>
                </a:solidFill>
                <a:effectLst/>
              </a:defRPr>
            </a:lvl1pPr>
          </a:lstStyle>
          <a:p>
            <a:fld id="{CC057153-B650-4DEB-B370-79DDCFDCE934}" type="slidenum">
              <a:rPr lang="en-US" smtClean="0"/>
              <a:pPr/>
              <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666014" y="0"/>
            <a:ext cx="6525986" cy="6858000"/>
          </a:xfrm>
          <a:blipFill>
            <a:blip r:embed="rId2">
              <a:alphaModFix amt="70000"/>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2227103947"/>
      </p:ext>
    </p:extLst>
  </p:cSld>
  <p:clrMapOvr>
    <a:masterClrMapping/>
  </p:clrMapOvr>
</p:sldLayout>
</file>

<file path=ppt/slideLayouts/slideLayout_80000025_676CA0FC.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9893A28-9D93-5E59-7AE5-C62D4A70F2D7}"/>
              </a:ext>
              <a:ext uri="{C183D7F6-B498-43B3-948B-1728B52AA6E4}">
                <adec:decorative xmlns:adec="http://schemas.microsoft.com/office/drawing/2017/decorative" val="1"/>
              </a:ext>
            </a:extLst>
          </p:cNvPr>
          <p:cNvSpPr/>
          <p:nvPr/>
        </p:nvSpPr>
        <p:spPr>
          <a:xfrm>
            <a:off x="5666012" y="0"/>
            <a:ext cx="6525988" cy="6858000"/>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198" y="457200"/>
            <a:ext cx="4702629" cy="967512"/>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57200" y="1596593"/>
            <a:ext cx="4702629" cy="476580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57200" y="6400800"/>
            <a:ext cx="1926771" cy="365125"/>
          </a:xfrm>
        </p:spPr>
        <p:txBody>
          <a:bodyPr/>
          <a:lstStyle/>
          <a:p>
            <a:fld id="{E47FC9F7-7102-4089-9AD9-CE2C2E265FF0}" type="datetime1">
              <a:rPr lang="en-US" smtClean="0"/>
              <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383971" y="6400800"/>
            <a:ext cx="2530929" cy="365125"/>
          </a:xfrm>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980215" y="6400800"/>
            <a:ext cx="529680" cy="365125"/>
          </a:xfrm>
        </p:spPr>
        <p:txBody>
          <a:bodyPr/>
          <a:lstStyle>
            <a:lvl1pPr>
              <a:defRPr>
                <a:solidFill>
                  <a:schemeClr val="tx1"/>
                </a:solidFill>
                <a:effectLst/>
              </a:defRPr>
            </a:lvl1pPr>
          </a:lstStyle>
          <a:p>
            <a:fld id="{CC057153-B650-4DEB-B370-79DDCFDCE934}" type="slidenum">
              <a:rPr lang="en-US" smtClean="0"/>
              <a:pPr/>
              <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666014" y="0"/>
            <a:ext cx="6525985" cy="6858000"/>
          </a:xfrm>
          <a:blipFill>
            <a:blip r:embed="rId2">
              <a:alphaModFix amt="70000"/>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1735172348"/>
      </p:ext>
    </p:extLst>
  </p:cSld>
  <p:clrMapOvr>
    <a:masterClrMapping/>
  </p:clrMapOvr>
</p:sldLayout>
</file>

<file path=ppt/slideLayouts/slideLayout_80000026_173DDE00.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61BF16A2-8C4A-C525-68AF-0E38D15F04E0}"/>
              </a:ext>
              <a:ext uri="{C183D7F6-B498-43B3-948B-1728B52AA6E4}">
                <adec:decorative xmlns:adec="http://schemas.microsoft.com/office/drawing/2017/decorative" val="1"/>
              </a:ext>
            </a:extLst>
          </p:cNvPr>
          <p:cNvSpPr/>
          <p:nvPr/>
        </p:nvSpPr>
        <p:spPr>
          <a:xfrm>
            <a:off x="0" y="0"/>
            <a:ext cx="7542724" cy="6858000"/>
          </a:xfrm>
          <a:prstGeom prst="rect">
            <a:avLst/>
          </a:prstGeom>
          <a:ln>
            <a:noFill/>
          </a:ln>
          <a:effectLst>
            <a:outerShdw blurRad="254000" dist="50800" dir="5400000" sx="96000" sy="96000" algn="t"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064062" y="457199"/>
            <a:ext cx="3617863" cy="1860331"/>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7542725" cy="6858000"/>
          </a:xfr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064061" y="2486370"/>
            <a:ext cx="3617863" cy="38571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8064061" y="6397585"/>
            <a:ext cx="1070974" cy="365125"/>
          </a:xfrm>
        </p:spPr>
        <p:txBody>
          <a:bodyPr/>
          <a:lstStyle/>
          <a:p>
            <a:fld id="{880626D8-FAEA-4A7A-8E86-9292DD2FB9F3}" type="datetime1">
              <a:rPr lang="en-US" smtClean="0"/>
              <a:t/>
            </a:fld>
            <a:endParaRPr lang="en-US"/>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9135035" y="6397586"/>
            <a:ext cx="2546891" cy="365125"/>
          </a:xfrm>
        </p:spPr>
        <p:txBody>
          <a:bodyPr/>
          <a:lstStyle/>
          <a:p>
            <a:r>
              <a:rPr lang="en-US"/>
              <a:t>Sample Footer Text</a:t>
            </a:r>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p:txBody>
          <a:bodyPr/>
          <a:lstStyle/>
          <a:p>
            <a:fld id="{CC057153-B650-4DEB-B370-79DDCFDCE934}" type="slidenum">
              <a:rPr lang="en-US" smtClean="0"/>
              <a:t/>
            </a:fld>
            <a:endParaRPr lang="en-US"/>
          </a:p>
        </p:txBody>
      </p:sp>
    </p:spTree>
    <p:extLst>
      <p:ext uri="{BB962C8B-B14F-4D97-AF65-F5344CB8AC3E}">
        <p14:creationId xmlns:p14="http://schemas.microsoft.com/office/powerpoint/2010/main" val="389930496"/>
      </p:ext>
    </p:extLst>
  </p:cSld>
  <p:clrMapOvr>
    <a:masterClrMapping/>
  </p:clrMapOvr>
</p:sldLayout>
</file>

<file path=ppt/slideLayouts/slideLayout_80000027_D0D4E4F5.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147FFA00-F19D-35C4-43F5-7774CF783AFE}"/>
              </a:ext>
              <a:ext uri="{C183D7F6-B498-43B3-948B-1728B52AA6E4}">
                <adec:decorative xmlns:adec="http://schemas.microsoft.com/office/drawing/2017/decorative" val="1"/>
              </a:ext>
            </a:extLst>
          </p:cNvPr>
          <p:cNvSpPr/>
          <p:nvPr/>
        </p:nvSpPr>
        <p:spPr>
          <a:xfrm>
            <a:off x="0" y="-2"/>
            <a:ext cx="12191999" cy="2028525"/>
          </a:xfrm>
          <a:prstGeom prst="rect">
            <a:avLst/>
          </a:prstGeom>
          <a:ln>
            <a:noFill/>
          </a:ln>
          <a:effectLst>
            <a:outerShdw blurRad="228600" dist="25400" dir="5400000" sx="94000" sy="94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 name="Rectangle 3">
            <a:extLst>
              <a:ext uri="{FF2B5EF4-FFF2-40B4-BE49-F238E27FC236}">
                <a16:creationId xmlns:a16="http://schemas.microsoft.com/office/drawing/2014/main" id="{4A3749AB-C065-8805-5DB3-B2B6037D958D}"/>
              </a:ext>
              <a:ext uri="{C183D7F6-B498-43B3-948B-1728B52AA6E4}">
                <adec:decorative xmlns:adec="http://schemas.microsoft.com/office/drawing/2017/decorative" val="1"/>
              </a:ext>
            </a:extLst>
          </p:cNvPr>
          <p:cNvSpPr/>
          <p:nvPr/>
        </p:nvSpPr>
        <p:spPr>
          <a:xfrm>
            <a:off x="4761780" y="0"/>
            <a:ext cx="7430220" cy="6858000"/>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33551"/>
            <a:ext cx="3836126" cy="1434662"/>
          </a:xfrm>
        </p:spPr>
        <p:txBody>
          <a:bodyPr vert="horz" lIns="91440" tIns="45720" rIns="91440" bIns="45720" rtlCol="0" anchor="b">
            <a:normAutofit/>
          </a:bodyPr>
          <a:lstStyle>
            <a:lvl1pPr>
              <a:defRPr lang="en-US"/>
            </a:lvl1pPr>
          </a:lstStyle>
          <a:p>
            <a:pPr lvl="0"/>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57200" y="2413678"/>
            <a:ext cx="3836126" cy="38925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57200" y="6398016"/>
            <a:ext cx="1505607" cy="365125"/>
          </a:xfrm>
        </p:spPr>
        <p:txBody>
          <a:bodyPr/>
          <a:lstStyle/>
          <a:p>
            <a:fld id="{E8B55424-EBC7-46E1-8859-6D5273AFBC59}" type="datetime1">
              <a:rPr lang="en-US" smtClean="0"/>
              <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962807" y="6398016"/>
            <a:ext cx="2204852" cy="365125"/>
          </a:xfrm>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160345" y="6398016"/>
            <a:ext cx="512380" cy="365125"/>
          </a:xfrm>
        </p:spPr>
        <p:txBody>
          <a:bodyPr/>
          <a:lstStyle>
            <a:lvl1pPr>
              <a:defRPr>
                <a:solidFill>
                  <a:schemeClr val="tx1"/>
                </a:solidFill>
                <a:effectLst/>
              </a:defRPr>
            </a:lvl1pPr>
          </a:lstStyle>
          <a:p>
            <a:fld id="{CC057153-B650-4DEB-B370-79DDCFDCE934}" type="slidenum">
              <a:rPr lang="en-US" smtClean="0"/>
              <a:pPr/>
              <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761780" y="0"/>
            <a:ext cx="7430219" cy="6858000"/>
          </a:xfrm>
          <a:blipFill>
            <a:blip r:embed="rId2">
              <a:alphaModFix amt="70000"/>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3503613173"/>
      </p:ext>
    </p:extLst>
  </p:cSld>
  <p:clrMapOvr>
    <a:masterClrMapping/>
  </p:clrMapOvr>
</p:sldLayout>
</file>

<file path=ppt/slideLayouts/slideLayout_80000028_9E746175.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6E37833-A2C4-7FCB-8584-0EB3A49F1699}"/>
              </a:ext>
              <a:ext uri="{C183D7F6-B498-43B3-948B-1728B52AA6E4}">
                <adec:decorative xmlns:adec="http://schemas.microsoft.com/office/drawing/2017/decorative" val="1"/>
              </a:ext>
            </a:extLst>
          </p:cNvPr>
          <p:cNvSpPr/>
          <p:nvPr/>
        </p:nvSpPr>
        <p:spPr>
          <a:xfrm>
            <a:off x="0" y="0"/>
            <a:ext cx="7820774" cy="6858000"/>
          </a:xfrm>
          <a:prstGeom prst="rect">
            <a:avLst/>
          </a:prstGeom>
          <a:ln>
            <a:noFill/>
          </a:ln>
          <a:effectLst>
            <a:outerShdw blurRad="304800" dist="38100" dir="5400000" sx="97000" sy="97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43102" y="1078992"/>
            <a:ext cx="3273552" cy="1942773"/>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7820774" cy="6858000"/>
          </a:xfr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44096" y="3188858"/>
            <a:ext cx="3273552" cy="2864469"/>
          </a:xfrm>
        </p:spPr>
        <p:txBody>
          <a:bodyPr>
            <a:normAutofit/>
          </a:bodyPr>
          <a:lstStyle>
            <a:lvl1pPr marL="0" indent="0">
              <a:buNone/>
              <a:defRPr sz="16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343102" y="6397586"/>
            <a:ext cx="1003659" cy="365125"/>
          </a:xfrm>
        </p:spPr>
        <p:txBody>
          <a:bodyPr/>
          <a:lstStyle>
            <a:lvl1pPr>
              <a:defRPr>
                <a:solidFill>
                  <a:schemeClr val="tx1"/>
                </a:solidFill>
                <a:effectLst/>
              </a:defRPr>
            </a:lvl1pPr>
          </a:lstStyle>
          <a:p>
            <a:fld id="{687E338B-BF3D-4703-A59F-B3957392DDB6}" type="datetime1">
              <a:rPr lang="en-US" smtClean="0"/>
              <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9346761" y="6397586"/>
            <a:ext cx="2335165" cy="365125"/>
          </a:xfr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
            </a:fld>
            <a:endParaRPr lang="en-US"/>
          </a:p>
        </p:txBody>
      </p:sp>
    </p:spTree>
    <p:extLst>
      <p:ext uri="{BB962C8B-B14F-4D97-AF65-F5344CB8AC3E}">
        <p14:creationId xmlns:p14="http://schemas.microsoft.com/office/powerpoint/2010/main" val="2658427253"/>
      </p:ext>
    </p:extLst>
  </p:cSld>
  <p:clrMapOvr>
    <a:masterClrMapping/>
  </p:clrMapOvr>
</p:sldLayout>
</file>

<file path=ppt/slideLayouts/slideLayout_80000029_30A4C8DD.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B6CED154-A4D5-E707-22BD-0D80A9C97293}"/>
              </a:ext>
              <a:ext uri="{C183D7F6-B498-43B3-948B-1728B52AA6E4}">
                <adec:decorative xmlns:adec="http://schemas.microsoft.com/office/drawing/2017/decorative" val="1"/>
              </a:ext>
            </a:extLst>
          </p:cNvPr>
          <p:cNvSpPr/>
          <p:nvPr/>
        </p:nvSpPr>
        <p:spPr>
          <a:xfrm>
            <a:off x="0" y="1"/>
            <a:ext cx="12192000" cy="4635132"/>
          </a:xfrm>
          <a:prstGeom prst="rect">
            <a:avLst/>
          </a:prstGeom>
          <a:ln>
            <a:noFill/>
          </a:ln>
          <a:effectLst>
            <a:outerShdw blurRad="254000" dist="50800" dir="5400000" sx="97000" sy="97000" algn="t"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199" y="5012268"/>
            <a:ext cx="4028615" cy="1390330"/>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12192000" cy="4635132"/>
          </a:xfr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349240" y="5012267"/>
            <a:ext cx="6400800" cy="1390330"/>
          </a:xfrm>
        </p:spPr>
        <p:txBody>
          <a:bodyPr>
            <a:norm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8A38637-30A6-46A1-905D-C43BFC64E403}" type="datetime1">
              <a:rPr lang="en-US" smtClean="0"/>
              <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
            </a:fld>
            <a:endParaRPr lang="en-US"/>
          </a:p>
        </p:txBody>
      </p:sp>
    </p:spTree>
    <p:extLst>
      <p:ext uri="{BB962C8B-B14F-4D97-AF65-F5344CB8AC3E}">
        <p14:creationId xmlns:p14="http://schemas.microsoft.com/office/powerpoint/2010/main" val="816105693"/>
      </p:ext>
    </p:extLst>
  </p:cSld>
  <p:clrMapOvr>
    <a:masterClrMapping/>
  </p:clrMapOvr>
</p:sldLayout>
</file>

<file path=ppt/slideLayouts/slideLayout_80000030_7D92D1E6.xml><?xml version="1.0" encoding="utf-8"?>
<p:sldLayout xmlns:a="http://schemas.openxmlformats.org/drawingml/2006/main" xmlns:r="http://schemas.openxmlformats.org/officeDocument/2006/relationships" xmlns:p="http://schemas.openxmlformats.org/presentationml/2006/main" preserve="1">
  <p:cSld name="Number Large 2">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840E309F-AAB7-BC84-BA3D-1B758FB35CCC}"/>
              </a:ext>
              <a:ext uri="{C183D7F6-B498-43B3-948B-1728B52AA6E4}">
                <adec:decorative xmlns:adec="http://schemas.microsoft.com/office/drawing/2017/decorative" val="1"/>
              </a:ext>
            </a:extLst>
          </p:cNvPr>
          <p:cNvSpPr/>
          <p:nvPr/>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F12B57A-5AF8-8EF0-32CC-A60A2FCCA442}"/>
              </a:ext>
            </a:extLst>
          </p:cNvPr>
          <p:cNvSpPr>
            <a:spLocks noGrp="1"/>
          </p:cNvSpPr>
          <p:nvPr>
            <p:ph type="title"/>
          </p:nvPr>
        </p:nvSpPr>
        <p:spPr>
          <a:xfrm>
            <a:off x="1225296" y="5202936"/>
            <a:ext cx="9738360" cy="1152144"/>
          </a:xfrm>
        </p:spPr>
        <p:txBody>
          <a:bodyPr anchor="ctr">
            <a:normAutofit/>
          </a:bodyPr>
          <a:lstStyle>
            <a:lvl1pPr algn="ctr">
              <a:lnSpc>
                <a:spcPct val="110000"/>
              </a:lnSpc>
              <a:defRPr sz="2800"/>
            </a:lvl1pPr>
          </a:lstStyle>
          <a:p>
            <a:r>
              <a:rPr lang="en-US"/>
              <a:t>Click to edit Master title style</a:t>
            </a:r>
          </a:p>
        </p:txBody>
      </p:sp>
      <p:sp>
        <p:nvSpPr>
          <p:cNvPr id="7" name="Content Placeholder 6">
            <a:extLst>
              <a:ext uri="{FF2B5EF4-FFF2-40B4-BE49-F238E27FC236}">
                <a16:creationId xmlns:a16="http://schemas.microsoft.com/office/drawing/2014/main" id="{2EC150EA-B3AC-0583-FF59-664CCE07E947}"/>
              </a:ext>
            </a:extLst>
          </p:cNvPr>
          <p:cNvSpPr>
            <a:spLocks noGrp="1"/>
          </p:cNvSpPr>
          <p:nvPr>
            <p:ph sz="quarter" idx="13" hasCustomPrompt="1"/>
          </p:nvPr>
        </p:nvSpPr>
        <p:spPr>
          <a:xfrm>
            <a:off x="822960" y="676656"/>
            <a:ext cx="10543032" cy="3675888"/>
          </a:xfrm>
        </p:spPr>
        <p:txBody>
          <a:bodyPr anchor="b">
            <a:normAutofit/>
          </a:bodyPr>
          <a:lstStyle>
            <a:lvl1pPr marL="0" indent="0" algn="ctr">
              <a:lnSpc>
                <a:spcPct val="90000"/>
              </a:lnSpc>
              <a:buNone/>
              <a:defRPr sz="23200">
                <a:solidFill>
                  <a:schemeClr val="accent1"/>
                </a:solidFill>
              </a:defRPr>
            </a:lvl1pPr>
          </a:lstStyle>
          <a:p>
            <a:pPr lvl="0"/>
            <a:r>
              <a:rPr lang="en-US"/>
              <a:t>##%</a:t>
            </a:r>
          </a:p>
        </p:txBody>
      </p:sp>
      <p:sp>
        <p:nvSpPr>
          <p:cNvPr id="3" name="Date Placeholder 2">
            <a:extLst>
              <a:ext uri="{FF2B5EF4-FFF2-40B4-BE49-F238E27FC236}">
                <a16:creationId xmlns:a16="http://schemas.microsoft.com/office/drawing/2014/main" id="{14E54E3B-6896-DB25-3CE5-508BA2AF4BCB}"/>
              </a:ext>
            </a:extLst>
          </p:cNvPr>
          <p:cNvSpPr>
            <a:spLocks noGrp="1"/>
          </p:cNvSpPr>
          <p:nvPr>
            <p:ph type="dt" sz="half" idx="10"/>
          </p:nvPr>
        </p:nvSpPr>
        <p:spPr/>
        <p:txBody>
          <a:bodyPr/>
          <a:lstStyle/>
          <a:p>
            <a:fld id="{A7207974-E5D4-4A20-A93A-AE6E2A45EC40}" type="datetime1">
              <a:rPr lang="en-US" smtClean="0"/>
              <a:t/>
            </a:fld>
            <a:endParaRPr lang="en-US"/>
          </a:p>
        </p:txBody>
      </p:sp>
      <p:sp>
        <p:nvSpPr>
          <p:cNvPr id="4" name="Footer Placeholder 3">
            <a:extLst>
              <a:ext uri="{FF2B5EF4-FFF2-40B4-BE49-F238E27FC236}">
                <a16:creationId xmlns:a16="http://schemas.microsoft.com/office/drawing/2014/main" id="{945F8CBA-49FB-D90D-DFD0-9B5213A65574}"/>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1429D571-ECED-7C02-93F2-7A94DE270319}"/>
              </a:ext>
            </a:extLst>
          </p:cNvPr>
          <p:cNvSpPr>
            <a:spLocks noGrp="1"/>
          </p:cNvSpPr>
          <p:nvPr>
            <p:ph type="sldNum" sz="quarter" idx="12"/>
          </p:nvPr>
        </p:nvSpPr>
        <p:spPr/>
        <p:txBody>
          <a:bodyPr/>
          <a:lstStyle/>
          <a:p>
            <a:fld id="{CC057153-B650-4DEB-B370-79DDCFDCE934}" type="slidenum">
              <a:rPr lang="en-US" smtClean="0"/>
              <a:pPr/>
              <a:t/>
            </a:fld>
            <a:endParaRPr lang="en-US"/>
          </a:p>
        </p:txBody>
      </p:sp>
    </p:spTree>
    <p:extLst>
      <p:ext uri="{BB962C8B-B14F-4D97-AF65-F5344CB8AC3E}">
        <p14:creationId xmlns:p14="http://schemas.microsoft.com/office/powerpoint/2010/main" val="2106773990"/>
      </p:ext>
    </p:extLst>
  </p:cSld>
  <p:clrMapOvr>
    <a:masterClrMapping/>
  </p:clrMapOvr>
</p:sldLayout>
</file>

<file path=ppt/slideLayouts/slideLayout_80000031_3AB2AE59.xml><?xml version="1.0" encoding="utf-8"?>
<p:sldLayout xmlns:a="http://schemas.openxmlformats.org/drawingml/2006/main" xmlns:r="http://schemas.openxmlformats.org/officeDocument/2006/relationships" xmlns:p="http://schemas.openxmlformats.org/presentationml/2006/main" showMasterSp="0" preserve="1">
  <p:cSld name="Number Large 3">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BDFEE4E-D15F-E3E3-4D23-B7EF7744FFDB}"/>
              </a:ext>
            </a:extLst>
          </p:cNvPr>
          <p:cNvSpPr/>
          <p:nvPr/>
        </p:nvSpPr>
        <p:spPr>
          <a:xfrm>
            <a:off x="0" y="4939392"/>
            <a:ext cx="12192000" cy="1918607"/>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F12B57A-5AF8-8EF0-32CC-A60A2FCCA442}"/>
              </a:ext>
            </a:extLst>
          </p:cNvPr>
          <p:cNvSpPr>
            <a:spLocks noGrp="1"/>
          </p:cNvSpPr>
          <p:nvPr>
            <p:ph type="title"/>
          </p:nvPr>
        </p:nvSpPr>
        <p:spPr>
          <a:xfrm>
            <a:off x="1225296" y="5321808"/>
            <a:ext cx="9738360" cy="1152144"/>
          </a:xfrm>
        </p:spPr>
        <p:txBody>
          <a:bodyPr anchor="ctr">
            <a:normAutofit/>
          </a:bodyPr>
          <a:lstStyle>
            <a:lvl1pPr algn="ctr">
              <a:lnSpc>
                <a:spcPct val="110000"/>
              </a:lnSpc>
              <a:defRPr sz="2800">
                <a:solidFill>
                  <a:schemeClr val="bg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2EC150EA-B3AC-0583-FF59-664CCE07E947}"/>
              </a:ext>
            </a:extLst>
          </p:cNvPr>
          <p:cNvSpPr>
            <a:spLocks noGrp="1"/>
          </p:cNvSpPr>
          <p:nvPr>
            <p:ph sz="quarter" idx="13" hasCustomPrompt="1"/>
          </p:nvPr>
        </p:nvSpPr>
        <p:spPr>
          <a:xfrm>
            <a:off x="822960" y="676656"/>
            <a:ext cx="10543032" cy="3675888"/>
          </a:xfrm>
        </p:spPr>
        <p:txBody>
          <a:bodyPr anchor="b">
            <a:normAutofit/>
          </a:bodyPr>
          <a:lstStyle>
            <a:lvl1pPr marL="0" indent="0" algn="ctr">
              <a:lnSpc>
                <a:spcPct val="90000"/>
              </a:lnSpc>
              <a:buNone/>
              <a:defRPr sz="23200">
                <a:solidFill>
                  <a:schemeClr val="tx2"/>
                </a:solidFill>
              </a:defRPr>
            </a:lvl1pPr>
          </a:lstStyle>
          <a:p>
            <a:pPr lvl="0"/>
            <a:r>
              <a:rPr lang="en-US"/>
              <a:t>##%</a:t>
            </a:r>
          </a:p>
        </p:txBody>
      </p:sp>
      <p:sp>
        <p:nvSpPr>
          <p:cNvPr id="3" name="Date Placeholder 2">
            <a:extLst>
              <a:ext uri="{FF2B5EF4-FFF2-40B4-BE49-F238E27FC236}">
                <a16:creationId xmlns:a16="http://schemas.microsoft.com/office/drawing/2014/main" id="{14E54E3B-6896-DB25-3CE5-508BA2AF4BCB}"/>
              </a:ext>
            </a:extLst>
          </p:cNvPr>
          <p:cNvSpPr>
            <a:spLocks noGrp="1"/>
          </p:cNvSpPr>
          <p:nvPr>
            <p:ph type="dt" sz="half" idx="10"/>
          </p:nvPr>
        </p:nvSpPr>
        <p:spPr/>
        <p:txBody>
          <a:bodyPr/>
          <a:lstStyle>
            <a:lvl1pPr>
              <a:defRPr>
                <a:solidFill>
                  <a:schemeClr val="bg1"/>
                </a:solidFill>
              </a:defRPr>
            </a:lvl1pPr>
          </a:lstStyle>
          <a:p>
            <a:fld id="{48B62F48-34F7-4906-AB1E-DB67FF6A62C8}" type="datetime1">
              <a:rPr lang="en-US" smtClean="0"/>
              <a:t/>
            </a:fld>
            <a:endParaRPr lang="en-US"/>
          </a:p>
        </p:txBody>
      </p:sp>
      <p:sp>
        <p:nvSpPr>
          <p:cNvPr id="4" name="Footer Placeholder 3">
            <a:extLst>
              <a:ext uri="{FF2B5EF4-FFF2-40B4-BE49-F238E27FC236}">
                <a16:creationId xmlns:a16="http://schemas.microsoft.com/office/drawing/2014/main" id="{945F8CBA-49FB-D90D-DFD0-9B5213A65574}"/>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5" name="Slide Number Placeholder 4">
            <a:extLst>
              <a:ext uri="{FF2B5EF4-FFF2-40B4-BE49-F238E27FC236}">
                <a16:creationId xmlns:a16="http://schemas.microsoft.com/office/drawing/2014/main" id="{1429D571-ECED-7C02-93F2-7A94DE270319}"/>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
            </a:fld>
            <a:endParaRPr lang="en-US"/>
          </a:p>
        </p:txBody>
      </p:sp>
    </p:spTree>
    <p:extLst>
      <p:ext uri="{BB962C8B-B14F-4D97-AF65-F5344CB8AC3E}">
        <p14:creationId xmlns:p14="http://schemas.microsoft.com/office/powerpoint/2010/main" val="984788569"/>
      </p:ext>
    </p:extLst>
  </p:cSld>
  <p:clrMapOvr>
    <a:masterClrMapping/>
  </p:clrMapOvr>
</p:sldLayout>
</file>

<file path=ppt/slideLayouts/slideLayout_80000032_E1472D06.xml><?xml version="1.0" encoding="utf-8"?>
<p:sldLayout xmlns:a="http://schemas.openxmlformats.org/drawingml/2006/main" xmlns:r="http://schemas.openxmlformats.org/officeDocument/2006/relationships" xmlns:p="http://schemas.openxmlformats.org/presentationml/2006/main">
  <p:cSld name="Statemen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19864DF-9848-D6C8-9258-3A5CE47778FD}"/>
              </a:ext>
              <a:ext uri="{C183D7F6-B498-43B3-948B-1728B52AA6E4}">
                <adec:decorative xmlns:adec="http://schemas.microsoft.com/office/drawing/2017/decorative" val="1"/>
              </a:ext>
            </a:extLst>
          </p:cNvPr>
          <p:cNvSpPr/>
          <p:nvPr/>
        </p:nvSpPr>
        <p:spPr>
          <a:xfrm>
            <a:off x="-18907" y="0"/>
            <a:ext cx="9039922" cy="6858000"/>
          </a:xfrm>
          <a:prstGeom prst="rect">
            <a:avLst/>
          </a:prstGeom>
          <a:solidFill>
            <a:schemeClr val="bg1"/>
          </a:solidFill>
          <a:ln>
            <a:noFill/>
          </a:ln>
          <a:effectLst>
            <a:outerShdw blurRad="368300" dist="63500" dir="5400000" sx="97000" sy="97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tx2"/>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57200" y="417786"/>
            <a:ext cx="7811814" cy="5478517"/>
          </a:xfrm>
        </p:spPr>
        <p:txBody>
          <a:bodyPr anchor="t">
            <a:normAutofit/>
          </a:bodyPr>
          <a:lstStyle>
            <a:lvl1pPr marL="0" indent="0">
              <a:lnSpc>
                <a:spcPct val="100000"/>
              </a:lnSpc>
              <a:buNone/>
              <a:defRPr sz="5400" b="0">
                <a:solidFill>
                  <a:schemeClr val="tx2"/>
                </a:solidFill>
              </a:defRPr>
            </a:lvl1pPr>
            <a:lvl2pPr marL="228600" indent="0">
              <a:lnSpc>
                <a:spcPct val="100000"/>
              </a:lnSpc>
              <a:buNone/>
              <a:defRPr sz="4800" b="0">
                <a:solidFill>
                  <a:schemeClr val="tx2"/>
                </a:solidFill>
              </a:defRPr>
            </a:lvl2pPr>
            <a:lvl3pPr marL="457200" indent="0">
              <a:lnSpc>
                <a:spcPct val="100000"/>
              </a:lnSpc>
              <a:buNone/>
              <a:defRPr sz="4400" b="0">
                <a:solidFill>
                  <a:schemeClr val="tx2"/>
                </a:solidFill>
              </a:defRPr>
            </a:lvl3pPr>
            <a:lvl4pPr marL="685800" indent="0">
              <a:lnSpc>
                <a:spcPct val="100000"/>
              </a:lnSpc>
              <a:buNone/>
              <a:defRPr sz="4000" b="0">
                <a:solidFill>
                  <a:schemeClr val="tx2"/>
                </a:solidFill>
              </a:defRPr>
            </a:lvl4pPr>
            <a:lvl5pPr marL="914400" indent="0">
              <a:lnSpc>
                <a:spcPct val="100000"/>
              </a:lnSpc>
              <a:buNone/>
              <a:defRPr sz="3600" b="0">
                <a:solidFill>
                  <a:schemeClr val="tx2"/>
                </a:solidFill>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2"/>
                </a:solidFill>
              </a:defRPr>
            </a:lvl1pPr>
          </a:lstStyle>
          <a:p>
            <a:fld id="{B60EF676-3A05-40A6-B180-72322A5ACAD8}" type="datetime1">
              <a:rPr lang="en-US" smtClean="0"/>
              <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
            </a:fld>
            <a:endParaRPr lang="en-US"/>
          </a:p>
        </p:txBody>
      </p:sp>
    </p:spTree>
    <p:extLst>
      <p:ext uri="{BB962C8B-B14F-4D97-AF65-F5344CB8AC3E}">
        <p14:creationId xmlns:p14="http://schemas.microsoft.com/office/powerpoint/2010/main" val="3779538182"/>
      </p:ext>
    </p:extLst>
  </p:cSld>
  <p:clrMapOvr>
    <a:masterClrMapping/>
  </p:clrMapOvr>
</p:sldLayout>
</file>

<file path=ppt/slideLayouts/slideLayout_80000033_E43F8E54.xml><?xml version="1.0" encoding="utf-8"?>
<p:sldLayout xmlns:a="http://schemas.openxmlformats.org/drawingml/2006/main" xmlns:r="http://schemas.openxmlformats.org/officeDocument/2006/relationships" xmlns:p="http://schemas.openxmlformats.org/presentationml/2006/main">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57199" y="1929384"/>
            <a:ext cx="8421625" cy="4142232"/>
          </a:xfrm>
        </p:spPr>
        <p:txBody>
          <a:bodyPr anchor="b">
            <a:normAutofit/>
          </a:bodyPr>
          <a:lstStyle>
            <a:lvl1pPr marL="0" indent="0">
              <a:lnSpc>
                <a:spcPct val="100000"/>
              </a:lnSpc>
              <a:buNone/>
              <a:defRPr sz="5000" b="1">
                <a:solidFill>
                  <a:schemeClr val="accent1"/>
                </a:solidFill>
              </a:defRPr>
            </a:lvl1pPr>
            <a:lvl2pPr marL="228600" indent="0">
              <a:lnSpc>
                <a:spcPct val="100000"/>
              </a:lnSpc>
              <a:buNone/>
              <a:defRPr sz="4400" b="1">
                <a:solidFill>
                  <a:schemeClr val="accent1"/>
                </a:solidFill>
              </a:defRPr>
            </a:lvl2pPr>
            <a:lvl3pPr marL="457200" indent="0">
              <a:lnSpc>
                <a:spcPct val="100000"/>
              </a:lnSpc>
              <a:buNone/>
              <a:defRPr sz="4000" b="1">
                <a:solidFill>
                  <a:schemeClr val="accent1"/>
                </a:solidFill>
              </a:defRPr>
            </a:lvl3pPr>
            <a:lvl4pPr marL="685800" indent="0">
              <a:lnSpc>
                <a:spcPct val="100000"/>
              </a:lnSpc>
              <a:buNone/>
              <a:defRPr sz="3600" b="1">
                <a:solidFill>
                  <a:schemeClr val="accent1"/>
                </a:solidFill>
              </a:defRPr>
            </a:lvl4pPr>
            <a:lvl5pPr marL="914400" indent="0">
              <a:lnSpc>
                <a:spcPct val="100000"/>
              </a:lnSpc>
              <a:buNone/>
              <a:defRPr sz="3200" b="1">
                <a:solidFill>
                  <a:schemeClr val="accent1"/>
                </a:solidFill>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B90933F6-6BEC-43B7-8100-A475DA47F46D}" type="datetime1">
              <a:rPr lang="en-US" smtClean="0"/>
              <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
            </a:fld>
            <a:endParaRPr lang="en-US"/>
          </a:p>
        </p:txBody>
      </p:sp>
    </p:spTree>
    <p:extLst>
      <p:ext uri="{BB962C8B-B14F-4D97-AF65-F5344CB8AC3E}">
        <p14:creationId xmlns:p14="http://schemas.microsoft.com/office/powerpoint/2010/main" val="3829370452"/>
      </p:ext>
    </p:extLst>
  </p:cSld>
  <p:clrMapOvr>
    <a:masterClrMapping/>
  </p:clrMapOvr>
</p:sldLayout>
</file>

<file path=ppt/slideLayouts/slideLayout_80000034_A4398F93.xml><?xml version="1.0" encoding="utf-8"?>
<p:sldLayout xmlns:a="http://schemas.openxmlformats.org/drawingml/2006/main" xmlns:r="http://schemas.openxmlformats.org/officeDocument/2006/relationships" xmlns:p="http://schemas.openxmlformats.org/presentationml/2006/main" showMasterSp="0" preserve="1">
  <p:cSld name="Statement 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bg2"/>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57199" y="1929384"/>
            <a:ext cx="8421625" cy="4142232"/>
          </a:xfrm>
        </p:spPr>
        <p:txBody>
          <a:bodyPr anchor="b">
            <a:normAutofit/>
          </a:bodyPr>
          <a:lstStyle>
            <a:lvl1pPr marL="0" indent="0">
              <a:lnSpc>
                <a:spcPct val="100000"/>
              </a:lnSpc>
              <a:buNone/>
              <a:defRPr sz="5000" b="1">
                <a:solidFill>
                  <a:schemeClr val="tx1"/>
                </a:solidFill>
              </a:defRPr>
            </a:lvl1pPr>
            <a:lvl2pPr marL="228600" indent="0">
              <a:lnSpc>
                <a:spcPct val="100000"/>
              </a:lnSpc>
              <a:buNone/>
              <a:defRPr sz="4400" b="1">
                <a:solidFill>
                  <a:schemeClr val="tx1"/>
                </a:solidFill>
              </a:defRPr>
            </a:lvl2pPr>
            <a:lvl3pPr marL="457200" indent="0">
              <a:lnSpc>
                <a:spcPct val="100000"/>
              </a:lnSpc>
              <a:buNone/>
              <a:defRPr sz="4000" b="1">
                <a:solidFill>
                  <a:schemeClr val="tx1"/>
                </a:solidFill>
              </a:defRPr>
            </a:lvl3pPr>
            <a:lvl4pPr marL="685800" indent="0">
              <a:lnSpc>
                <a:spcPct val="100000"/>
              </a:lnSpc>
              <a:buNone/>
              <a:defRPr sz="3600" b="1">
                <a:solidFill>
                  <a:schemeClr val="tx1"/>
                </a:solidFill>
              </a:defRPr>
            </a:lvl4pPr>
            <a:lvl5pPr marL="914400" indent="0">
              <a:lnSpc>
                <a:spcPct val="100000"/>
              </a:lnSpc>
              <a:buNone/>
              <a:defRPr sz="3200" b="1">
                <a:solidFill>
                  <a:schemeClr val="tx1"/>
                </a:solidFill>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AE38DC96-A184-437F-B9D7-7C48236B62EE}" type="datetime1">
              <a:rPr lang="en-US" smtClean="0"/>
              <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
            </a:fld>
            <a:endParaRPr lang="en-US"/>
          </a:p>
        </p:txBody>
      </p:sp>
    </p:spTree>
    <p:extLst>
      <p:ext uri="{BB962C8B-B14F-4D97-AF65-F5344CB8AC3E}">
        <p14:creationId xmlns:p14="http://schemas.microsoft.com/office/powerpoint/2010/main" val="2755235731"/>
      </p:ext>
    </p:extLst>
  </p:cSld>
  <p:clrMapOvr>
    <a:overrideClrMapping bg1="dk1" tx1="lt1" bg2="dk2" tx2="lt2" accent1="accent1" accent2="accent2" accent3="accent3" accent4="accent4" accent5="accent5" accent6="accent6" hlink="hlink" folHlink="folHlink"/>
  </p:clrMapOvr>
</p:sldLayout>
</file>

<file path=ppt/slideLayouts/slideLayout_80000035_F35AEA1F.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88044ED-5E9D-7194-BECA-3B3CCEF31AFB}"/>
              </a:ext>
              <a:ext uri="{C183D7F6-B498-43B3-948B-1728B52AA6E4}">
                <adec:decorative xmlns:adec="http://schemas.microsoft.com/office/drawing/2017/decorative" val="1"/>
              </a:ext>
            </a:extLst>
          </p:cNvPr>
          <p:cNvSpPr/>
          <p:nvPr/>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CBDC66A-C0BD-2A7E-C00B-2DB0DFCFA704}"/>
              </a:ext>
            </a:extLst>
          </p:cNvPr>
          <p:cNvSpPr>
            <a:spLocks noGrp="1"/>
          </p:cNvSpPr>
          <p:nvPr>
            <p:ph type="title" hasCustomPrompt="1"/>
          </p:nvPr>
        </p:nvSpPr>
        <p:spPr>
          <a:xfrm>
            <a:off x="1518799" y="5592286"/>
            <a:ext cx="9288461" cy="612820"/>
          </a:xfrm>
        </p:spPr>
        <p:txBody>
          <a:bodyPr anchor="ctr">
            <a:normAutofit/>
          </a:bodyPr>
          <a:lstStyle>
            <a:lvl1pPr>
              <a:lnSpc>
                <a:spcPct val="120000"/>
              </a:lnSpc>
              <a:defRPr sz="2200"/>
            </a:lvl1pPr>
          </a:lstStyle>
          <a:p>
            <a:r>
              <a:rPr lang="en-US"/>
              <a:t>Quote Author</a:t>
            </a:r>
          </a:p>
        </p:txBody>
      </p:sp>
      <p:sp>
        <p:nvSpPr>
          <p:cNvPr id="6" name="Content Placeholder 5">
            <a:extLst>
              <a:ext uri="{FF2B5EF4-FFF2-40B4-BE49-F238E27FC236}">
                <a16:creationId xmlns:a16="http://schemas.microsoft.com/office/drawing/2014/main" id="{D0E101DD-071D-875F-2EFE-1B5F7F94E90B}"/>
              </a:ext>
            </a:extLst>
          </p:cNvPr>
          <p:cNvSpPr>
            <a:spLocks noGrp="1"/>
          </p:cNvSpPr>
          <p:nvPr>
            <p:ph sz="quarter" idx="13" hasCustomPrompt="1"/>
          </p:nvPr>
        </p:nvSpPr>
        <p:spPr>
          <a:xfrm>
            <a:off x="1334073" y="706213"/>
            <a:ext cx="9473188" cy="3526970"/>
          </a:xfrm>
        </p:spPr>
        <p:txBody>
          <a:bodyPr anchor="ctr">
            <a:normAutofit/>
          </a:bodyPr>
          <a:lstStyle>
            <a:lvl1pPr marL="173736" indent="-173736">
              <a:lnSpc>
                <a:spcPct val="100000"/>
              </a:lnSpc>
              <a:buNone/>
              <a:defRPr sz="5400">
                <a:solidFill>
                  <a:schemeClr val="accent1"/>
                </a:solidFill>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Quote</a:t>
            </a:r>
          </a:p>
        </p:txBody>
      </p:sp>
      <p:sp>
        <p:nvSpPr>
          <p:cNvPr id="3" name="Date Placeholder 2">
            <a:extLst>
              <a:ext uri="{FF2B5EF4-FFF2-40B4-BE49-F238E27FC236}">
                <a16:creationId xmlns:a16="http://schemas.microsoft.com/office/drawing/2014/main" id="{56EC3402-09CE-02D1-1430-5F8B461337BA}"/>
              </a:ext>
            </a:extLst>
          </p:cNvPr>
          <p:cNvSpPr>
            <a:spLocks noGrp="1"/>
          </p:cNvSpPr>
          <p:nvPr>
            <p:ph type="dt" sz="half" idx="10"/>
          </p:nvPr>
        </p:nvSpPr>
        <p:spPr/>
        <p:txBody>
          <a:bodyPr/>
          <a:lstStyle/>
          <a:p>
            <a:fld id="{F56E31BB-E6D8-4FC3-85ED-2E82AF5557ED}" type="datetime1">
              <a:rPr lang="en-US" smtClean="0"/>
              <a:t/>
            </a:fld>
            <a:endParaRPr lang="en-US"/>
          </a:p>
        </p:txBody>
      </p:sp>
      <p:sp>
        <p:nvSpPr>
          <p:cNvPr id="4" name="Footer Placeholder 3">
            <a:extLst>
              <a:ext uri="{FF2B5EF4-FFF2-40B4-BE49-F238E27FC236}">
                <a16:creationId xmlns:a16="http://schemas.microsoft.com/office/drawing/2014/main" id="{50A1E84E-4052-C573-9A98-749E34E1025D}"/>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52975E38-B7A2-CB8F-C4CD-E2DC374D404B}"/>
              </a:ext>
            </a:extLst>
          </p:cNvPr>
          <p:cNvSpPr>
            <a:spLocks noGrp="1"/>
          </p:cNvSpPr>
          <p:nvPr>
            <p:ph type="sldNum" sz="quarter" idx="12"/>
          </p:nvPr>
        </p:nvSpPr>
        <p:spPr/>
        <p:txBody>
          <a:bodyPr/>
          <a:lstStyle/>
          <a:p>
            <a:fld id="{CC057153-B650-4DEB-B370-79DDCFDCE934}" type="slidenum">
              <a:rPr lang="en-US" smtClean="0"/>
              <a:pPr/>
              <a:t/>
            </a:fld>
            <a:endParaRPr lang="en-US"/>
          </a:p>
        </p:txBody>
      </p:sp>
    </p:spTree>
    <p:extLst>
      <p:ext uri="{BB962C8B-B14F-4D97-AF65-F5344CB8AC3E}">
        <p14:creationId xmlns:p14="http://schemas.microsoft.com/office/powerpoint/2010/main" val="4082821663"/>
      </p:ext>
    </p:extLst>
  </p:cSld>
  <p:clrMapOvr>
    <a:masterClrMapping/>
  </p:clrMapOvr>
</p:sldLayout>
</file>

<file path=ppt/slideLayouts/slideLayout_80000036_EE5774A4.xml><?xml version="1.0" encoding="utf-8"?>
<p:sldLayout xmlns:a="http://schemas.openxmlformats.org/drawingml/2006/main" xmlns:r="http://schemas.openxmlformats.org/officeDocument/2006/relationships" xmlns:p="http://schemas.openxmlformats.org/presentationml/2006/main" preserve="1">
  <p:cSld name="Quote 2">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88044ED-5E9D-7194-BECA-3B3CCEF31AFB}"/>
              </a:ext>
              <a:ext uri="{C183D7F6-B498-43B3-948B-1728B52AA6E4}">
                <adec:decorative xmlns:adec="http://schemas.microsoft.com/office/drawing/2017/decorative" val="1"/>
              </a:ext>
            </a:extLst>
          </p:cNvPr>
          <p:cNvSpPr/>
          <p:nvPr/>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CBDC66A-C0BD-2A7E-C00B-2DB0DFCFA704}"/>
              </a:ext>
            </a:extLst>
          </p:cNvPr>
          <p:cNvSpPr>
            <a:spLocks noGrp="1"/>
          </p:cNvSpPr>
          <p:nvPr>
            <p:ph type="title" hasCustomPrompt="1"/>
          </p:nvPr>
        </p:nvSpPr>
        <p:spPr>
          <a:xfrm>
            <a:off x="603504" y="5522976"/>
            <a:ext cx="8970264" cy="758952"/>
          </a:xfrm>
        </p:spPr>
        <p:txBody>
          <a:bodyPr anchor="ctr">
            <a:normAutofit/>
          </a:bodyPr>
          <a:lstStyle>
            <a:lvl1pPr>
              <a:lnSpc>
                <a:spcPct val="120000"/>
              </a:lnSpc>
              <a:defRPr sz="2200" b="1">
                <a:solidFill>
                  <a:schemeClr val="accent1"/>
                </a:solidFill>
              </a:defRPr>
            </a:lvl1pPr>
          </a:lstStyle>
          <a:p>
            <a:r>
              <a:rPr lang="en-US"/>
              <a:t>Quote Author</a:t>
            </a:r>
          </a:p>
        </p:txBody>
      </p:sp>
      <p:sp>
        <p:nvSpPr>
          <p:cNvPr id="6" name="Content Placeholder 5">
            <a:extLst>
              <a:ext uri="{FF2B5EF4-FFF2-40B4-BE49-F238E27FC236}">
                <a16:creationId xmlns:a16="http://schemas.microsoft.com/office/drawing/2014/main" id="{D0E101DD-071D-875F-2EFE-1B5F7F94E90B}"/>
              </a:ext>
            </a:extLst>
          </p:cNvPr>
          <p:cNvSpPr>
            <a:spLocks noGrp="1"/>
          </p:cNvSpPr>
          <p:nvPr>
            <p:ph sz="quarter" idx="13" hasCustomPrompt="1"/>
          </p:nvPr>
        </p:nvSpPr>
        <p:spPr>
          <a:xfrm>
            <a:off x="457200" y="493776"/>
            <a:ext cx="9116568" cy="3785616"/>
          </a:xfrm>
        </p:spPr>
        <p:txBody>
          <a:bodyPr anchor="t">
            <a:normAutofit/>
          </a:bodyPr>
          <a:lstStyle>
            <a:lvl1pPr marL="173736" indent="-173736">
              <a:lnSpc>
                <a:spcPct val="100000"/>
              </a:lnSpc>
              <a:buNone/>
              <a:defRPr sz="4400">
                <a:solidFill>
                  <a:schemeClr val="tx2"/>
                </a:solidFill>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Quote</a:t>
            </a:r>
          </a:p>
        </p:txBody>
      </p:sp>
      <p:sp>
        <p:nvSpPr>
          <p:cNvPr id="3" name="Date Placeholder 2">
            <a:extLst>
              <a:ext uri="{FF2B5EF4-FFF2-40B4-BE49-F238E27FC236}">
                <a16:creationId xmlns:a16="http://schemas.microsoft.com/office/drawing/2014/main" id="{56EC3402-09CE-02D1-1430-5F8B461337BA}"/>
              </a:ext>
            </a:extLst>
          </p:cNvPr>
          <p:cNvSpPr>
            <a:spLocks noGrp="1"/>
          </p:cNvSpPr>
          <p:nvPr>
            <p:ph type="dt" sz="half" idx="10"/>
          </p:nvPr>
        </p:nvSpPr>
        <p:spPr/>
        <p:txBody>
          <a:bodyPr/>
          <a:lstStyle/>
          <a:p>
            <a:fld id="{E1D0B44A-3E31-40DB-9C1C-EA37B8CF3D29}" type="datetime1">
              <a:rPr lang="en-US" smtClean="0"/>
              <a:t/>
            </a:fld>
            <a:endParaRPr lang="en-US"/>
          </a:p>
        </p:txBody>
      </p:sp>
      <p:sp>
        <p:nvSpPr>
          <p:cNvPr id="4" name="Footer Placeholder 3">
            <a:extLst>
              <a:ext uri="{FF2B5EF4-FFF2-40B4-BE49-F238E27FC236}">
                <a16:creationId xmlns:a16="http://schemas.microsoft.com/office/drawing/2014/main" id="{50A1E84E-4052-C573-9A98-749E34E1025D}"/>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52975E38-B7A2-CB8F-C4CD-E2DC374D404B}"/>
              </a:ext>
            </a:extLst>
          </p:cNvPr>
          <p:cNvSpPr>
            <a:spLocks noGrp="1"/>
          </p:cNvSpPr>
          <p:nvPr>
            <p:ph type="sldNum" sz="quarter" idx="12"/>
          </p:nvPr>
        </p:nvSpPr>
        <p:spPr/>
        <p:txBody>
          <a:bodyPr/>
          <a:lstStyle/>
          <a:p>
            <a:fld id="{CC057153-B650-4DEB-B370-79DDCFDCE934}" type="slidenum">
              <a:rPr lang="en-US" smtClean="0"/>
              <a:pPr/>
              <a:t/>
            </a:fld>
            <a:endParaRPr lang="en-US"/>
          </a:p>
        </p:txBody>
      </p:sp>
    </p:spTree>
    <p:extLst>
      <p:ext uri="{BB962C8B-B14F-4D97-AF65-F5344CB8AC3E}">
        <p14:creationId xmlns:p14="http://schemas.microsoft.com/office/powerpoint/2010/main" val="3998708900"/>
      </p:ext>
    </p:extLst>
  </p:cSld>
  <p:clrMapOvr>
    <a:masterClrMapping/>
  </p:clrMapOvr>
</p:sldLayout>
</file>

<file path=ppt/slideLayouts/slideLayout_80000037_70644119.xml><?xml version="1.0" encoding="utf-8"?>
<p:sldLayout xmlns:a="http://schemas.openxmlformats.org/drawingml/2006/main" xmlns:r="http://schemas.openxmlformats.org/officeDocument/2006/relationships" xmlns:p="http://schemas.openxmlformats.org/presentationml/2006/main" showMasterSp="0" preserve="1">
  <p:cSld name="Quote 3">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DC66A-C0BD-2A7E-C00B-2DB0DFCFA704}"/>
              </a:ext>
            </a:extLst>
          </p:cNvPr>
          <p:cNvSpPr>
            <a:spLocks noGrp="1"/>
          </p:cNvSpPr>
          <p:nvPr>
            <p:ph type="title" hasCustomPrompt="1"/>
          </p:nvPr>
        </p:nvSpPr>
        <p:spPr>
          <a:xfrm>
            <a:off x="1645920" y="5349240"/>
            <a:ext cx="9125712" cy="466344"/>
          </a:xfrm>
        </p:spPr>
        <p:txBody>
          <a:bodyPr anchor="ctr">
            <a:normAutofit/>
          </a:bodyPr>
          <a:lstStyle>
            <a:lvl1pPr>
              <a:lnSpc>
                <a:spcPct val="120000"/>
              </a:lnSpc>
              <a:defRPr sz="2200" b="1">
                <a:solidFill>
                  <a:schemeClr val="accent1">
                    <a:lumMod val="40000"/>
                    <a:lumOff val="60000"/>
                  </a:schemeClr>
                </a:solidFill>
              </a:defRPr>
            </a:lvl1pPr>
          </a:lstStyle>
          <a:p>
            <a:r>
              <a:rPr lang="en-US"/>
              <a:t>Quote Author</a:t>
            </a:r>
          </a:p>
        </p:txBody>
      </p:sp>
      <p:sp>
        <p:nvSpPr>
          <p:cNvPr id="6" name="Content Placeholder 5">
            <a:extLst>
              <a:ext uri="{FF2B5EF4-FFF2-40B4-BE49-F238E27FC236}">
                <a16:creationId xmlns:a16="http://schemas.microsoft.com/office/drawing/2014/main" id="{D0E101DD-071D-875F-2EFE-1B5F7F94E90B}"/>
              </a:ext>
            </a:extLst>
          </p:cNvPr>
          <p:cNvSpPr>
            <a:spLocks noGrp="1"/>
          </p:cNvSpPr>
          <p:nvPr>
            <p:ph sz="quarter" idx="13" hasCustomPrompt="1"/>
          </p:nvPr>
        </p:nvSpPr>
        <p:spPr>
          <a:xfrm>
            <a:off x="1499616" y="1344168"/>
            <a:ext cx="9272016" cy="3291840"/>
          </a:xfrm>
        </p:spPr>
        <p:txBody>
          <a:bodyPr anchor="ctr">
            <a:normAutofit/>
          </a:bodyPr>
          <a:lstStyle>
            <a:lvl1pPr marL="155448" indent="-155448">
              <a:lnSpc>
                <a:spcPct val="100000"/>
              </a:lnSpc>
              <a:spcBef>
                <a:spcPts val="0"/>
              </a:spcBef>
              <a:buNone/>
              <a:defRPr sz="4000">
                <a:solidFill>
                  <a:schemeClr val="tx1"/>
                </a:solidFill>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Quote</a:t>
            </a:r>
          </a:p>
        </p:txBody>
      </p:sp>
      <p:sp>
        <p:nvSpPr>
          <p:cNvPr id="3" name="Date Placeholder 2">
            <a:extLst>
              <a:ext uri="{FF2B5EF4-FFF2-40B4-BE49-F238E27FC236}">
                <a16:creationId xmlns:a16="http://schemas.microsoft.com/office/drawing/2014/main" id="{56EC3402-09CE-02D1-1430-5F8B461337BA}"/>
              </a:ext>
            </a:extLst>
          </p:cNvPr>
          <p:cNvSpPr>
            <a:spLocks noGrp="1"/>
          </p:cNvSpPr>
          <p:nvPr>
            <p:ph type="dt" sz="half" idx="10"/>
          </p:nvPr>
        </p:nvSpPr>
        <p:spPr/>
        <p:txBody>
          <a:bodyPr/>
          <a:lstStyle/>
          <a:p>
            <a:fld id="{930C5EF5-452C-4906-9430-46AFA6914090}" type="datetime1">
              <a:rPr lang="en-US" smtClean="0"/>
              <a:t/>
            </a:fld>
            <a:endParaRPr lang="en-US"/>
          </a:p>
        </p:txBody>
      </p:sp>
      <p:sp>
        <p:nvSpPr>
          <p:cNvPr id="4" name="Footer Placeholder 3">
            <a:extLst>
              <a:ext uri="{FF2B5EF4-FFF2-40B4-BE49-F238E27FC236}">
                <a16:creationId xmlns:a16="http://schemas.microsoft.com/office/drawing/2014/main" id="{50A1E84E-4052-C573-9A98-749E34E1025D}"/>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52975E38-B7A2-CB8F-C4CD-E2DC374D404B}"/>
              </a:ext>
            </a:extLst>
          </p:cNvPr>
          <p:cNvSpPr>
            <a:spLocks noGrp="1"/>
          </p:cNvSpPr>
          <p:nvPr>
            <p:ph type="sldNum" sz="quarter" idx="12"/>
          </p:nvPr>
        </p:nvSpPr>
        <p:spPr/>
        <p:txBody>
          <a:bodyPr/>
          <a:lstStyle/>
          <a:p>
            <a:fld id="{CC057153-B650-4DEB-B370-79DDCFDCE934}" type="slidenum">
              <a:rPr lang="en-US" smtClean="0"/>
              <a:pPr/>
              <a:t/>
            </a:fld>
            <a:endParaRPr lang="en-US"/>
          </a:p>
        </p:txBody>
      </p:sp>
    </p:spTree>
    <p:extLst>
      <p:ext uri="{BB962C8B-B14F-4D97-AF65-F5344CB8AC3E}">
        <p14:creationId xmlns:p14="http://schemas.microsoft.com/office/powerpoint/2010/main" val="1885618457"/>
      </p:ext>
    </p:extLst>
  </p:cSld>
  <p:clrMapOvr>
    <a:overrideClrMapping bg1="dk1" tx1="lt1" bg2="dk2" tx2="lt2" accent1="accent1" accent2="accent2" accent3="accent3" accent4="accent4" accent5="accent5" accent6="accent6" hlink="hlink" folHlink="folHlink"/>
  </p:clrMapOvr>
</p:sldLayout>
</file>

<file path=ppt/slideLayouts/slideLayout_80000038_9A995069.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26E94611-9B68-3A55-1A34-78D9B5624A62}"/>
              </a:ext>
              <a:ext uri="{C183D7F6-B498-43B3-948B-1728B52AA6E4}">
                <adec:decorative xmlns:adec="http://schemas.microsoft.com/office/drawing/2017/decorative" val="1"/>
              </a:ext>
            </a:extLst>
          </p:cNvPr>
          <p:cNvSpPr/>
          <p:nvPr/>
        </p:nvSpPr>
        <p:spPr>
          <a:xfrm>
            <a:off x="0" y="-1"/>
            <a:ext cx="12191999" cy="1347109"/>
          </a:xfrm>
          <a:prstGeom prst="rect">
            <a:avLst/>
          </a:prstGeom>
          <a:ln>
            <a:noFill/>
          </a:ln>
          <a:effectLst>
            <a:outerShdw blurRad="203200" dist="25400" dir="5400000" sx="93000" sy="93000" algn="t" rotWithShape="0">
              <a:srgbClr val="000000">
                <a:alpha val="1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198" y="457200"/>
            <a:ext cx="10896601" cy="693682"/>
          </a:xfrm>
        </p:spPr>
        <p:txBody>
          <a:bodyPr anchor="t"/>
          <a:lstStyle/>
          <a:p>
            <a:r>
              <a:rPr lang="en-US"/>
              <a:t>Click to edit Master title style</a:t>
            </a:r>
          </a:p>
        </p:txBody>
      </p:sp>
      <p:sp>
        <p:nvSpPr>
          <p:cNvPr id="12" name="Content Placeholder 11">
            <a:extLst>
              <a:ext uri="{FF2B5EF4-FFF2-40B4-BE49-F238E27FC236}">
                <a16:creationId xmlns:a16="http://schemas.microsoft.com/office/drawing/2014/main" id="{F459E97E-8FC7-B733-70B9-149BF8E5673B}"/>
              </a:ext>
            </a:extLst>
          </p:cNvPr>
          <p:cNvSpPr>
            <a:spLocks noGrp="1"/>
          </p:cNvSpPr>
          <p:nvPr>
            <p:ph sz="quarter" idx="15"/>
          </p:nvPr>
        </p:nvSpPr>
        <p:spPr>
          <a:xfrm>
            <a:off x="457200" y="1801813"/>
            <a:ext cx="5184775" cy="4533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138CB4F-4B83-4189-07B7-090705EAE731}"/>
              </a:ext>
            </a:extLst>
          </p:cNvPr>
          <p:cNvSpPr>
            <a:spLocks noGrp="1"/>
          </p:cNvSpPr>
          <p:nvPr>
            <p:ph sz="quarter" idx="16"/>
          </p:nvPr>
        </p:nvSpPr>
        <p:spPr>
          <a:xfrm>
            <a:off x="6172200" y="1801813"/>
            <a:ext cx="5181600" cy="4533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6C7A8A9E-6014-4EAF-AF8C-DE506112FCE3}" type="datetime1">
              <a:rPr lang="en-US" smtClean="0"/>
              <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
            </a:fld>
            <a:endParaRPr lang="en-US"/>
          </a:p>
        </p:txBody>
      </p:sp>
    </p:spTree>
    <p:extLst>
      <p:ext uri="{BB962C8B-B14F-4D97-AF65-F5344CB8AC3E}">
        <p14:creationId xmlns:p14="http://schemas.microsoft.com/office/powerpoint/2010/main" val="2593738857"/>
      </p:ext>
    </p:extLst>
  </p:cSld>
  <p:clrMapOvr>
    <a:masterClrMapping/>
  </p:clrMapOvr>
</p:sldLayout>
</file>

<file path=ppt/slideLayouts/slideLayout_80000039_CD4EC677.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19884ADE-F00C-2AA5-CD3A-1CBC4D425BFF}"/>
              </a:ext>
              <a:ext uri="{C183D7F6-B498-43B3-948B-1728B52AA6E4}">
                <adec:decorative xmlns:adec="http://schemas.microsoft.com/office/drawing/2017/decorative" val="1"/>
              </a:ext>
            </a:extLst>
          </p:cNvPr>
          <p:cNvSpPr/>
          <p:nvPr/>
        </p:nvSpPr>
        <p:spPr>
          <a:xfrm>
            <a:off x="0" y="-1"/>
            <a:ext cx="12191999" cy="1347109"/>
          </a:xfrm>
          <a:prstGeom prst="rect">
            <a:avLst/>
          </a:prstGeom>
          <a:ln>
            <a:noFill/>
          </a:ln>
          <a:effectLst>
            <a:outerShdw blurRad="215900" dist="25400" dir="5400000" sx="93000" sy="93000" algn="t" rotWithShape="0">
              <a:srgbClr val="000000">
                <a:alpha val="1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457199" y="457201"/>
            <a:ext cx="10898189" cy="693682"/>
          </a:xfrm>
        </p:spPr>
        <p:txBody>
          <a:bodyPr anchor="t"/>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457200" y="1804308"/>
            <a:ext cx="5184648" cy="534033"/>
          </a:xfrm>
        </p:spPr>
        <p:txBody>
          <a:bodyPr anchor="b">
            <a:normAutofit/>
          </a:bodyPr>
          <a:lstStyle>
            <a:lvl1pPr marL="0" indent="0">
              <a:lnSpc>
                <a:spcPct val="90000"/>
              </a:lnSpc>
              <a:buNone/>
              <a:defRPr sz="1800" b="1" cap="all" spc="150"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4" name="Content Placeholder 13">
            <a:extLst>
              <a:ext uri="{FF2B5EF4-FFF2-40B4-BE49-F238E27FC236}">
                <a16:creationId xmlns:a16="http://schemas.microsoft.com/office/drawing/2014/main" id="{FF6CC536-A5EA-3E8E-C528-86BFE808AB6A}"/>
              </a:ext>
            </a:extLst>
          </p:cNvPr>
          <p:cNvSpPr>
            <a:spLocks noGrp="1"/>
          </p:cNvSpPr>
          <p:nvPr>
            <p:ph sz="quarter" idx="15"/>
          </p:nvPr>
        </p:nvSpPr>
        <p:spPr>
          <a:xfrm>
            <a:off x="457200" y="2479675"/>
            <a:ext cx="5184775" cy="38560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804308"/>
            <a:ext cx="5183188" cy="534033"/>
          </a:xfrm>
        </p:spPr>
        <p:txBody>
          <a:bodyPr anchor="b">
            <a:normAutofit/>
          </a:bodyPr>
          <a:lstStyle>
            <a:lvl1pPr marL="0" indent="0">
              <a:lnSpc>
                <a:spcPct val="90000"/>
              </a:lnSpc>
              <a:buNone/>
              <a:defRPr sz="1800" b="1" cap="all" spc="150"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Content Placeholder 15">
            <a:extLst>
              <a:ext uri="{FF2B5EF4-FFF2-40B4-BE49-F238E27FC236}">
                <a16:creationId xmlns:a16="http://schemas.microsoft.com/office/drawing/2014/main" id="{168B3863-5AFD-7644-B21D-D6057B97D829}"/>
              </a:ext>
            </a:extLst>
          </p:cNvPr>
          <p:cNvSpPr>
            <a:spLocks noGrp="1"/>
          </p:cNvSpPr>
          <p:nvPr>
            <p:ph sz="quarter" idx="16"/>
          </p:nvPr>
        </p:nvSpPr>
        <p:spPr>
          <a:xfrm>
            <a:off x="6172200" y="2479675"/>
            <a:ext cx="5183188" cy="3854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D7B17D5E-8A79-4DD3-BE13-DF14ED636E04}" type="datetime1">
              <a:rPr lang="en-US" smtClean="0"/>
              <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
            </a:fld>
            <a:endParaRPr lang="en-US"/>
          </a:p>
        </p:txBody>
      </p:sp>
    </p:spTree>
    <p:extLst>
      <p:ext uri="{BB962C8B-B14F-4D97-AF65-F5344CB8AC3E}">
        <p14:creationId xmlns:p14="http://schemas.microsoft.com/office/powerpoint/2010/main" val="3444491895"/>
      </p:ext>
    </p:extLst>
  </p:cSld>
  <p:clrMapOvr>
    <a:masterClrMapping/>
  </p:clrMapOvr>
</p:sldLayout>
</file>

<file path=ppt/slideMasters/_rels/slideMaster_80000000_BBE0204D.xml.rels><?xml version="1.0" encoding="UTF-8" standalone="yes"?>
<Relationships xmlns="http://schemas.openxmlformats.org/package/2006/relationships"><Relationship Id="rId13" Type="http://schemas.openxmlformats.org/officeDocument/2006/relationships/slideLayout" Target="../slideLayouts/slideLayout_80000019_6798F75C.xml"/><Relationship Id="rId18" Type="http://schemas.openxmlformats.org/officeDocument/2006/relationships/slideLayout" Target="../slideLayouts/slideLayout_8000001E_F951B9BF.xml"/><Relationship Id="rId26" Type="http://schemas.openxmlformats.org/officeDocument/2006/relationships/slideLayout" Target="../slideLayouts/slideLayout_80000026_173DDE00.xml"/><Relationship Id="rId39" Type="http://schemas.openxmlformats.org/officeDocument/2006/relationships/slideLayout" Target="../slideLayouts/slideLayout_80000033_E43F8E54.xml"/><Relationship Id="rId21" Type="http://schemas.openxmlformats.org/officeDocument/2006/relationships/slideLayout" Target="../slideLayouts/slideLayout_80000021_90D25437.xml"/><Relationship Id="rId34" Type="http://schemas.openxmlformats.org/officeDocument/2006/relationships/slideLayout" Target="../slideLayouts/slideLayout_8000002E_A3A3CB2E.xml"/><Relationship Id="rId42" Type="http://schemas.openxmlformats.org/officeDocument/2006/relationships/slideLayout" Target="../slideLayouts/slideLayout_80000036_EE5774A4.xml"/><Relationship Id="rId47" Type="http://schemas.openxmlformats.org/officeDocument/2006/relationships/slideLayout" Target="../slideLayouts/slideLayout_8000003B_AC303027.xml"/><Relationship Id="rId50" Type="http://schemas.openxmlformats.org/officeDocument/2006/relationships/slideLayout" Target="../slideLayouts/slideLayout_8000003E_F11C3607.xml"/><Relationship Id="rId7" Type="http://schemas.openxmlformats.org/officeDocument/2006/relationships/slideLayout" Target="../slideLayouts/slideLayout_80000007_7F824A87.xml"/><Relationship Id="rId2" Type="http://schemas.openxmlformats.org/officeDocument/2006/relationships/slideLayout" Target="../slideLayouts/slideLayout_80000002_A203951C.xml"/><Relationship Id="rId16" Type="http://schemas.openxmlformats.org/officeDocument/2006/relationships/slideLayout" Target="../slideLayouts/slideLayout_8000001C_F94C56EC.xml"/><Relationship Id="rId29" Type="http://schemas.openxmlformats.org/officeDocument/2006/relationships/slideLayout" Target="../slideLayouts/slideLayout_80000029_30A4C8DD.xml"/><Relationship Id="rId11" Type="http://schemas.openxmlformats.org/officeDocument/2006/relationships/slideLayout" Target="../slideLayouts/slideLayout_8000000B_E2F49D6C.xml"/><Relationship Id="rId24" Type="http://schemas.openxmlformats.org/officeDocument/2006/relationships/slideLayout" Target="../slideLayouts/slideLayout_80000024_84BEE8CB.xml"/><Relationship Id="rId32" Type="http://schemas.openxmlformats.org/officeDocument/2006/relationships/slideLayout" Target="../slideLayouts/slideLayout_8000002C_548D528B.xml"/><Relationship Id="rId37" Type="http://schemas.openxmlformats.org/officeDocument/2006/relationships/slideLayout" Target="../slideLayouts/slideLayout_80000031_3AB2AE59.xml"/><Relationship Id="rId40" Type="http://schemas.openxmlformats.org/officeDocument/2006/relationships/slideLayout" Target="../slideLayouts/slideLayout_80000034_A4398F93.xml"/><Relationship Id="rId45" Type="http://schemas.openxmlformats.org/officeDocument/2006/relationships/slideLayout" Target="../slideLayouts/slideLayout_80000039_CD4EC677.xml"/><Relationship Id="rId5" Type="http://schemas.openxmlformats.org/officeDocument/2006/relationships/slideLayout" Target="../slideLayouts/slideLayout_80000005_100D2EE8.xml"/><Relationship Id="rId15" Type="http://schemas.openxmlformats.org/officeDocument/2006/relationships/slideLayout" Target="../slideLayouts/slideLayout_8000001B_C438275A.xml"/><Relationship Id="rId23" Type="http://schemas.openxmlformats.org/officeDocument/2006/relationships/slideLayout" Target="../slideLayouts/slideLayout_80000023_2DCBC460.xml"/><Relationship Id="rId28" Type="http://schemas.openxmlformats.org/officeDocument/2006/relationships/slideLayout" Target="../slideLayouts/slideLayout_80000028_9E746175.xml"/><Relationship Id="rId36" Type="http://schemas.openxmlformats.org/officeDocument/2006/relationships/slideLayout" Target="../slideLayouts/slideLayout_80000030_7D92D1E6.xml"/><Relationship Id="rId49" Type="http://schemas.openxmlformats.org/officeDocument/2006/relationships/slideLayout" Target="../slideLayouts/slideLayout_8000003D_459A6F38.xml"/><Relationship Id="rId10" Type="http://schemas.openxmlformats.org/officeDocument/2006/relationships/slideLayout" Target="../slideLayouts/slideLayout_8000000A_E4CDCBF1.xml"/><Relationship Id="rId19" Type="http://schemas.openxmlformats.org/officeDocument/2006/relationships/slideLayout" Target="../slideLayouts/slideLayout_8000001F_5A043CDE.xml"/><Relationship Id="rId31" Type="http://schemas.openxmlformats.org/officeDocument/2006/relationships/slideLayout" Target="../slideLayouts/slideLayout_8000002B_AE6283E8.xml"/><Relationship Id="rId44" Type="http://schemas.openxmlformats.org/officeDocument/2006/relationships/slideLayout" Target="../slideLayouts/slideLayout_80000038_9A995069.xml"/><Relationship Id="rId52" Type="http://schemas.openxmlformats.org/officeDocument/2006/relationships/theme" Target="../theme/theme_80000000_BBE0204D.xml"/><Relationship Id="rId4" Type="http://schemas.openxmlformats.org/officeDocument/2006/relationships/slideLayout" Target="../slideLayouts/slideLayout_80000004_403E0ADD.xml"/><Relationship Id="rId9" Type="http://schemas.openxmlformats.org/officeDocument/2006/relationships/slideLayout" Target="../slideLayouts/slideLayout_80000009_78A9EF35.xml"/><Relationship Id="rId14" Type="http://schemas.openxmlformats.org/officeDocument/2006/relationships/slideLayout" Target="../slideLayouts/slideLayout_8000001A_F9D89739.xml"/><Relationship Id="rId22" Type="http://schemas.openxmlformats.org/officeDocument/2006/relationships/slideLayout" Target="../slideLayouts/slideLayout_80000022_54D5C7BF.xml"/><Relationship Id="rId27" Type="http://schemas.openxmlformats.org/officeDocument/2006/relationships/slideLayout" Target="../slideLayouts/slideLayout_80000027_D0D4E4F5.xml"/><Relationship Id="rId30" Type="http://schemas.openxmlformats.org/officeDocument/2006/relationships/slideLayout" Target="../slideLayouts/slideLayout_8000002A_8C03E6F3.xml"/><Relationship Id="rId35" Type="http://schemas.openxmlformats.org/officeDocument/2006/relationships/slideLayout" Target="../slideLayouts/slideLayout_8000002F_3BCCAEB5.xml"/><Relationship Id="rId43" Type="http://schemas.openxmlformats.org/officeDocument/2006/relationships/slideLayout" Target="../slideLayouts/slideLayout_80000037_70644119.xml"/><Relationship Id="rId48" Type="http://schemas.openxmlformats.org/officeDocument/2006/relationships/slideLayout" Target="../slideLayouts/slideLayout_8000003C_AE335830.xml"/><Relationship Id="rId8" Type="http://schemas.openxmlformats.org/officeDocument/2006/relationships/slideLayout" Target="../slideLayouts/slideLayout_80000008_19AA2DA0.xml"/><Relationship Id="rId51" Type="http://schemas.openxmlformats.org/officeDocument/2006/relationships/slideLayout" Target="../slideLayouts/slideLayout_8000003F_B61B6B3C.xml"/><Relationship Id="rId3" Type="http://schemas.openxmlformats.org/officeDocument/2006/relationships/slideLayout" Target="../slideLayouts/slideLayout_80000003_4F68A79B.xml"/><Relationship Id="rId12" Type="http://schemas.openxmlformats.org/officeDocument/2006/relationships/slideLayout" Target="../slideLayouts/slideLayout_80000018_FDCC2379.xml"/><Relationship Id="rId17" Type="http://schemas.openxmlformats.org/officeDocument/2006/relationships/slideLayout" Target="../slideLayouts/slideLayout_8000001D_7944DCF5.xml"/><Relationship Id="rId25" Type="http://schemas.openxmlformats.org/officeDocument/2006/relationships/slideLayout" Target="../slideLayouts/slideLayout_80000025_676CA0FC.xml"/><Relationship Id="rId33" Type="http://schemas.openxmlformats.org/officeDocument/2006/relationships/slideLayout" Target="../slideLayouts/slideLayout_8000002D_F79C3925.xml"/><Relationship Id="rId38" Type="http://schemas.openxmlformats.org/officeDocument/2006/relationships/slideLayout" Target="../slideLayouts/slideLayout_80000032_E1472D06.xml"/><Relationship Id="rId46" Type="http://schemas.openxmlformats.org/officeDocument/2006/relationships/slideLayout" Target="../slideLayouts/slideLayout_8000003A_74B79E66.xml"/><Relationship Id="rId20" Type="http://schemas.openxmlformats.org/officeDocument/2006/relationships/slideLayout" Target="../slideLayouts/slideLayout_80000020_6CD0BB7D.xml"/><Relationship Id="rId41" Type="http://schemas.openxmlformats.org/officeDocument/2006/relationships/slideLayout" Target="../slideLayouts/slideLayout_80000035_F35AEA1F.xml"/><Relationship Id="rId1" Type="http://schemas.openxmlformats.org/officeDocument/2006/relationships/slideLayout" Target="../slideLayouts/slideLayout_80000001_B078E725.xml"/><Relationship Id="rId6" Type="http://schemas.openxmlformats.org/officeDocument/2006/relationships/slideLayout" Target="../slideLayouts/slideLayout_80000006_7BA63944.xml"/></Relationships>
</file>

<file path=ppt/slideMasters/slideMaster_80000000_BBE0204D.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5" name="tint">
            <a:extLst>
              <a:ext uri="{FF2B5EF4-FFF2-40B4-BE49-F238E27FC236}">
                <a16:creationId xmlns:a16="http://schemas.microsoft.com/office/drawing/2014/main" id="{F3CE03C6-DBD5-2C9E-3C9A-B3B83F63A567}"/>
              </a:ext>
              <a:ext uri="{C183D7F6-B498-43B3-948B-1728B52AA6E4}">
                <adec:decorative xmlns:adec="http://schemas.microsoft.com/office/drawing/2017/decorative" val="1"/>
              </a:ext>
            </a:extLst>
          </p:cNvPr>
          <p:cNvSpPr/>
          <p:nvPr/>
        </p:nvSpPr>
        <p:spPr>
          <a:xfrm>
            <a:off x="0" y="0"/>
            <a:ext cx="12188952" cy="6858000"/>
          </a:xfrm>
          <a:prstGeom prst="rect">
            <a:avLst/>
          </a:prstGeom>
          <a:solidFill>
            <a:schemeClr val="bg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457200" y="457200"/>
            <a:ext cx="10809026" cy="970208"/>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457201" y="1595301"/>
            <a:ext cx="10809026" cy="471405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457199" y="6397586"/>
            <a:ext cx="4043855" cy="365125"/>
          </a:xfrm>
          <a:prstGeom prst="rect">
            <a:avLst/>
          </a:prstGeom>
        </p:spPr>
        <p:txBody>
          <a:bodyPr vert="horz" lIns="91440" tIns="45720" rIns="91440" bIns="45720" rtlCol="0" anchor="ctr"/>
          <a:lstStyle>
            <a:lvl1pPr algn="l">
              <a:defRPr sz="900">
                <a:solidFill>
                  <a:schemeClr val="tx2"/>
                </a:solidFill>
              </a:defRPr>
            </a:lvl1pPr>
          </a:lstStyle>
          <a:p>
            <a:fld id="{A2CB6EF1-C97E-4439-84B9-F600DFD8C04B}" type="datetime1">
              <a:rPr lang="en-US" smtClean="0"/>
              <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324193" y="6397586"/>
            <a:ext cx="3238130" cy="365125"/>
          </a:xfrm>
          <a:prstGeom prst="rect">
            <a:avLst/>
          </a:prstGeom>
        </p:spPr>
        <p:txBody>
          <a:bodyPr vert="horz" lIns="91440" tIns="45720" rIns="91440" bIns="45720" rtlCol="0" anchor="ctr"/>
          <a:lstStyle>
            <a:lvl1pPr algn="r">
              <a:defRPr sz="900">
                <a:solidFill>
                  <a:schemeClr val="tx2"/>
                </a:solidFill>
              </a:defRPr>
            </a:lvl1pPr>
          </a:lstStyle>
          <a:p>
            <a:r>
              <a:rPr lang="en-US"/>
              <a:t>Sample Footer Text</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562323" y="6397586"/>
            <a:ext cx="530578" cy="365125"/>
          </a:xfrm>
          <a:prstGeom prst="rect">
            <a:avLst/>
          </a:prstGeom>
        </p:spPr>
        <p:txBody>
          <a:bodyPr vert="horz" lIns="91440" tIns="45720" rIns="91440" bIns="45720" rtlCol="0" anchor="ctr"/>
          <a:lstStyle>
            <a:lvl1pPr algn="ctr">
              <a:defRPr sz="1200" b="1">
                <a:solidFill>
                  <a:schemeClr val="tx2"/>
                </a:solidFill>
              </a:defRPr>
            </a:lvl1pPr>
          </a:lstStyle>
          <a:p>
            <a:fld id="{CC057153-B650-4DEB-B370-79DDCFDCE934}" type="slidenum">
              <a:rPr lang="en-US" smtClean="0"/>
              <a:pPr/>
              <a:t/>
            </a:fld>
            <a:endParaRPr lang="en-US"/>
          </a:p>
        </p:txBody>
      </p:sp>
    </p:spTree>
    <p:extLst>
      <p:ext uri="{BB962C8B-B14F-4D97-AF65-F5344CB8AC3E}">
        <p14:creationId xmlns:p14="http://schemas.microsoft.com/office/powerpoint/2010/main" val="31520277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Lst>
  <p:hf sldNum="0" hdr="0" ftr="0" dt="0"/>
  <p:txStyles>
    <p:titleStyle>
      <a:lvl1pPr algn="l" defTabSz="914400" rtl="0" eaLnBrk="1" latinLnBrk="0" hangingPunct="1">
        <a:lnSpc>
          <a:spcPct val="90000"/>
        </a:lnSpc>
        <a:spcBef>
          <a:spcPct val="0"/>
        </a:spcBef>
        <a:buNone/>
        <a:defRPr sz="2800" b="0" kern="1200">
          <a:solidFill>
            <a:schemeClr val="tx2"/>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2"/>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_A01_9D52E0B1.xml.rels><?xml version="1.0" encoding="UTF-8" standalone="yes"?>
<Relationships xmlns="http://schemas.openxmlformats.org/package/2006/relationships"><Relationship Id="rId3" Type="http://schemas.openxmlformats.org/officeDocument/2006/relationships/image" Target="../media/image_BA51FCB0.jpeg"/><Relationship Id="rId2" Type="http://schemas.openxmlformats.org/officeDocument/2006/relationships/notesSlide" Target="../notesSlides/notesSlide_A01_9D52E0B1.xml"/><Relationship Id="rId1" Type="http://schemas.openxmlformats.org/officeDocument/2006/relationships/slideLayout" Target="../slideLayouts/slideLayout_80000004_403E0ADD.xml"/></Relationships>
</file>

<file path=ppt/slides/_rels/slide_A02_F244EDC4.xml.rels><?xml version="1.0" encoding="UTF-8" standalone="yes"?>
<Relationships xmlns="http://schemas.openxmlformats.org/package/2006/relationships"><Relationship Id="rId2" Type="http://schemas.openxmlformats.org/officeDocument/2006/relationships/notesSlide" Target="../notesSlides/notesSlide_A02_F244EDC4.xml"/><Relationship Id="rId1" Type="http://schemas.openxmlformats.org/officeDocument/2006/relationships/slideLayout" Target="../slideLayouts/slideLayout_80000008_19AA2DA0.xml"/></Relationships>
</file>

<file path=ppt/slides/_rels/slide_A03_4D6E8644.xml.rels><?xml version="1.0" encoding="UTF-8" standalone="yes"?>
<Relationships xmlns="http://schemas.openxmlformats.org/package/2006/relationships"><Relationship Id="rId3" Type="http://schemas.openxmlformats.org/officeDocument/2006/relationships/image" Target="../media/image_1DDC41B0.jpeg"/><Relationship Id="rId2" Type="http://schemas.openxmlformats.org/officeDocument/2006/relationships/notesSlide" Target="../notesSlides/notesSlide_A03_4D6E8644.xml"/><Relationship Id="rId1" Type="http://schemas.openxmlformats.org/officeDocument/2006/relationships/slideLayout" Target="../slideLayouts/slideLayout_80000026_173DDE00.xml"/></Relationships>
</file>

<file path=ppt/slides/_rels/slide_A04_8AF46A6B.xml.rels><?xml version="1.0" encoding="UTF-8" standalone="yes"?>
<Relationships xmlns="http://schemas.openxmlformats.org/package/2006/relationships"><Relationship Id="rId3" Type="http://schemas.openxmlformats.org/officeDocument/2006/relationships/image" Target="../media/image_FCA5AA7D.jpeg"/><Relationship Id="rId2" Type="http://schemas.openxmlformats.org/officeDocument/2006/relationships/notesSlide" Target="../notesSlides/notesSlide_A04_8AF46A6B.xml"/><Relationship Id="rId1" Type="http://schemas.openxmlformats.org/officeDocument/2006/relationships/slideLayout" Target="../slideLayouts/slideLayout_8000002D_F79C3925.xml"/></Relationships>
</file>

<file path=ppt/slides/_rels/slide_A05_E256904A.xml.rels><?xml version="1.0" encoding="UTF-8" standalone="yes"?>
<Relationships xmlns="http://schemas.openxmlformats.org/package/2006/relationships"><Relationship Id="rId3" Type="http://schemas.openxmlformats.org/officeDocument/2006/relationships/image" Target="../media/image_A38F348A.jpeg"/><Relationship Id="rId2" Type="http://schemas.openxmlformats.org/officeDocument/2006/relationships/notesSlide" Target="../notesSlides/notesSlide_A05_E256904A.xml"/><Relationship Id="rId1" Type="http://schemas.openxmlformats.org/officeDocument/2006/relationships/slideLayout" Target="../slideLayouts/slideLayout_8000002D_F79C3925.xml"/></Relationships>
</file>

<file path=ppt/slides/_rels/slide_A06_81BD0FD1.xml.rels><?xml version="1.0" encoding="UTF-8" standalone="yes"?>
<Relationships xmlns="http://schemas.openxmlformats.org/package/2006/relationships"><Relationship Id="rId2" Type="http://schemas.openxmlformats.org/officeDocument/2006/relationships/notesSlide" Target="../notesSlides/notesSlide_A06_81BD0FD1.xml"/><Relationship Id="rId1" Type="http://schemas.openxmlformats.org/officeDocument/2006/relationships/slideLayout" Target="../slideLayouts/slideLayout_80000008_19AA2DA0.xml"/></Relationships>
</file>

<file path=ppt/slides/_rels/slide_A07_335FC2A1.xml.rels><?xml version="1.0" encoding="UTF-8" standalone="yes"?>
<Relationships xmlns="http://schemas.openxmlformats.org/package/2006/relationships"><Relationship Id="rId3" Type="http://schemas.openxmlformats.org/officeDocument/2006/relationships/image" Target="../media/image_15F01549.jpeg"/><Relationship Id="rId2" Type="http://schemas.openxmlformats.org/officeDocument/2006/relationships/notesSlide" Target="../notesSlides/notesSlide_A07_335FC2A1.xml"/><Relationship Id="rId1" Type="http://schemas.openxmlformats.org/officeDocument/2006/relationships/slideLayout" Target="../slideLayouts/slideLayout_80000021_90D25437.xml"/></Relationships>
</file>

<file path=ppt/slides/_rels/slide_A08_FD8B829D.xml.rels><?xml version="1.0" encoding="UTF-8" standalone="yes"?>
<Relationships xmlns="http://schemas.openxmlformats.org/package/2006/relationships"><Relationship Id="rId3" Type="http://schemas.openxmlformats.org/officeDocument/2006/relationships/image" Target="../media/image_C83F324.jpeg"/><Relationship Id="rId2" Type="http://schemas.openxmlformats.org/officeDocument/2006/relationships/notesSlide" Target="../notesSlides/notesSlide_A08_FD8B829D.xml"/><Relationship Id="rId1" Type="http://schemas.openxmlformats.org/officeDocument/2006/relationships/slideLayout" Target="../slideLayouts/slideLayout_8000002D_F79C3925.xml"/></Relationships>
</file>

<file path=ppt/slides/_rels/slide_A09_359F37F6.xml.rels><?xml version="1.0" encoding="UTF-8" standalone="yes"?>
<Relationships xmlns="http://schemas.openxmlformats.org/package/2006/relationships"><Relationship Id="rId3" Type="http://schemas.openxmlformats.org/officeDocument/2006/relationships/image" Target="../media/image_550A6C2C.jpeg"/><Relationship Id="rId2" Type="http://schemas.openxmlformats.org/officeDocument/2006/relationships/notesSlide" Target="../notesSlides/notesSlide_A09_359F37F6.xml"/><Relationship Id="rId1" Type="http://schemas.openxmlformats.org/officeDocument/2006/relationships/slideLayout" Target="../slideLayouts/slideLayout_8000002D_F79C3925.xml"/></Relationships>
</file>

<file path=ppt/slides/slide_A01_9D52E0B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E4FC13-6B54-81F1-3897-89C1E81B1737}"/>
              </a:ext>
            </a:extLst>
          </p:cNvPr>
          <p:cNvSpPr>
            <a:spLocks noGrp="1"/>
          </p:cNvSpPr>
          <p:nvPr>
            <p:ph type="ctrTitle"/>
          </p:nvPr>
        </p:nvSpPr>
        <p:spPr>
          <a:xfrm>
            <a:off x="457200" y="457200"/>
            <a:ext cx="4025153" cy="3739896"/>
          </a:xfrm>
        </p:spPr>
        <p:txBody>
          <a:bodyPr anchor="t">
            <a:normAutofit/>
          </a:bodyPr>
          <a:lstStyle/>
          <a:p>
            <a:r>
              <a:rPr lang="en-US" sz="3700"/>
              <a:t>SecureChain Enterprise Platform: A Blockchain-Based Secure Transaction System</a:t>
            </a:r>
          </a:p>
        </p:txBody>
      </p:sp>
      <p:sp>
        <p:nvSpPr>
          <p:cNvPr id="3" name="Subtitle 2">
            <a:extLst>
              <a:ext uri="{FF2B5EF4-FFF2-40B4-BE49-F238E27FC236}">
                <a16:creationId xmlns:a16="http://schemas.microsoft.com/office/drawing/2014/main" id="{F103974A-BC18-B4D6-A649-8806A22B142B}"/>
              </a:ext>
            </a:extLst>
          </p:cNvPr>
          <p:cNvSpPr>
            <a:spLocks noGrp="1"/>
          </p:cNvSpPr>
          <p:nvPr>
            <p:ph type="subTitle" idx="1"/>
          </p:nvPr>
        </p:nvSpPr>
        <p:spPr>
          <a:xfrm>
            <a:off x="457200" y="5332780"/>
            <a:ext cx="4025153" cy="1016813"/>
          </a:xfrm>
        </p:spPr>
        <p:txBody>
          <a:bodyPr anchor="ctr">
            <a:normAutofit/>
          </a:bodyPr>
          <a:lstStyle/>
          <a:p>
            <a:pPr>
              <a:lnSpc>
                <a:spcPct val="110000"/>
              </a:lnSpc>
            </a:pPr>
            <a:r>
              <a:rPr lang="en-US" sz="1700"/>
              <a:t>Innovative blockchain solution ensuring secure enterprise transactions</a:t>
            </a:r>
          </a:p>
        </p:txBody>
      </p:sp>
      <p:pic>
        <p:nvPicPr>
          <p:cNvPr id="4" name="Picture 3" descr="Abstract  Digital concept which shows network security optimization and internet technology  ">
            <a:extLst>
              <a:ext uri="{FF2B5EF4-FFF2-40B4-BE49-F238E27FC236}">
                <a16:creationId xmlns:a16="http://schemas.microsoft.com/office/drawing/2014/main" id="{931AA16E-00C9-49A0-B8C5-3C24E8A0A8AF}"/>
              </a:ext>
            </a:extLst>
          </p:cNvPr>
          <p:cNvPicPr>
            <a:picLocks noChangeAspect="1"/>
          </p:cNvPicPr>
          <p:nvPr/>
        </p:nvPicPr>
        <p:blipFill>
          <a:blip r:embed="rId3"/>
          <a:stretch>
            <a:fillRect/>
          </a:stretch>
        </p:blipFill>
        <p:spPr>
          <a:xfrm>
            <a:off x="5029201" y="742950"/>
            <a:ext cx="7162800" cy="5372100"/>
          </a:xfrm>
          <a:prstGeom prst="rect">
            <a:avLst/>
          </a:prstGeom>
        </p:spPr>
      </p:pic>
    </p:spTree>
    <p:extLst>
      <p:ext uri="{BB962C8B-B14F-4D97-AF65-F5344CB8AC3E}">
        <p14:creationId xmlns:p14="http://schemas.microsoft.com/office/powerpoint/2010/main" val="26394543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_A02_F244EDC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91CDD2-3DF7-66C6-A888-3FA50380246E}"/>
              </a:ext>
            </a:extLst>
          </p:cNvPr>
          <p:cNvSpPr>
            <a:spLocks noGrp="1"/>
          </p:cNvSpPr>
          <p:nvPr>
            <p:ph type="ctrTitle"/>
          </p:nvPr>
        </p:nvSpPr>
        <p:spPr>
          <a:xfrm>
            <a:off x="457197" y="3507830"/>
            <a:ext cx="7772400" cy="2944368"/>
          </a:xfrm>
        </p:spPr>
        <p:txBody>
          <a:bodyPr anchor="b">
            <a:normAutofit/>
          </a:bodyPr>
          <a:lstStyle/>
          <a:p>
            <a:r>
              <a:rPr lang="en-US" sz="6800"/>
              <a:t>Project Overview and System Architecture</a:t>
            </a:r>
          </a:p>
        </p:txBody>
      </p:sp>
    </p:spTree>
    <p:extLst>
      <p:ext uri="{BB962C8B-B14F-4D97-AF65-F5344CB8AC3E}">
        <p14:creationId xmlns:p14="http://schemas.microsoft.com/office/powerpoint/2010/main" val="406460358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_A03_4D6E86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E784A-67F3-B433-118A-CE5F926CB97A}"/>
              </a:ext>
            </a:extLst>
          </p:cNvPr>
          <p:cNvSpPr>
            <a:spLocks noGrp="1"/>
          </p:cNvSpPr>
          <p:nvPr>
            <p:ph type="title"/>
          </p:nvPr>
        </p:nvSpPr>
        <p:spPr>
          <a:xfrm>
            <a:off x="8064062" y="457199"/>
            <a:ext cx="3617863" cy="1860331"/>
          </a:xfrm>
        </p:spPr>
        <p:txBody>
          <a:bodyPr anchor="b">
            <a:normAutofit/>
          </a:bodyPr>
          <a:lstStyle/>
          <a:p>
            <a:r>
              <a:rPr lang="en-US"/>
              <a:t>Project Vision, Objectives, and Real-World Relevance</a:t>
            </a:r>
          </a:p>
        </p:txBody>
      </p:sp>
      <p:pic>
        <p:nvPicPr>
          <p:cNvPr id="5" name="Content Placeholder 4" descr="Internet Cyber Security digital concept">
            <a:extLst>
              <a:ext uri="{FF2B5EF4-FFF2-40B4-BE49-F238E27FC236}">
                <a16:creationId xmlns:a16="http://schemas.microsoft.com/office/drawing/2014/main" id="{A7FE0E76-C085-40D8-9AFB-08B145073B35}"/>
              </a:ext>
            </a:extLst>
          </p:cNvPr>
          <p:cNvPicPr>
            <a:picLocks noGrp="1" noChangeAspect="1"/>
          </p:cNvPicPr>
          <p:nvPr>
            <p:ph type="pic" sz="quarter" idx="13"/>
          </p:nvPr>
        </p:nvPicPr>
        <p:blipFill>
          <a:blip r:embed="rId3"/>
          <a:srcRect l="23837" r="14297"/>
          <a:stretch>
            <a:fillRect/>
          </a:stretch>
        </p:blipFill>
        <p:spPr>
          <a:xfrm>
            <a:off x="-1" y="10"/>
            <a:ext cx="7542725" cy="6857990"/>
          </a:xfrm>
        </p:spPr>
      </p:pic>
      <p:sp>
        <p:nvSpPr>
          <p:cNvPr id="4" name="Content Placeholder 3">
            <a:extLst>
              <a:ext uri="{FF2B5EF4-FFF2-40B4-BE49-F238E27FC236}">
                <a16:creationId xmlns:a16="http://schemas.microsoft.com/office/drawing/2014/main" id="{108E7ADF-91FF-3E86-8139-CB0ED691FC3C}"/>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064061" y="2486370"/>
            <a:ext cx="3617863" cy="3857186"/>
          </a:xfrm>
        </p:spPr>
        <p:txBody>
          <a:bodyPr>
            <a:normAutofit/>
          </a:bodyPr>
          <a:lstStyle/>
          <a:p>
            <a:pPr marL="0" indent="0">
              <a:lnSpc>
                <a:spcPct val="110000"/>
              </a:lnSpc>
              <a:spcBef>
                <a:spcPts val="2500"/>
              </a:spcBef>
              <a:buFont typeface="Arial" panose="020B0604020202020204" pitchFamily="34" charset="0"/>
              <a:buNone/>
            </a:pPr>
            <a:r>
              <a:rPr lang="en-US" b="1"/>
              <a:t>Project Vision</a:t>
            </a:r>
          </a:p>
          <a:p>
            <a:pPr marL="0" lvl="1" indent="0">
              <a:lnSpc>
                <a:spcPct val="110000"/>
              </a:lnSpc>
              <a:buFont typeface="Arial" panose="020B0604020202020204" pitchFamily="34" charset="0"/>
              <a:buNone/>
            </a:pPr>
            <a:r>
              <a:rPr lang="en-US"/>
              <a:t>Eliminate fraud and trust issues in digital transactions with secure blockchain and cybersecurity integration.</a:t>
            </a:r>
          </a:p>
          <a:p>
            <a:pPr marL="0" indent="0">
              <a:lnSpc>
                <a:spcPct val="110000"/>
              </a:lnSpc>
              <a:spcBef>
                <a:spcPts val="2500"/>
              </a:spcBef>
              <a:buFont typeface="Arial" panose="020B0604020202020204" pitchFamily="34" charset="0"/>
              <a:buNone/>
            </a:pPr>
            <a:r>
              <a:rPr lang="en-US" b="1"/>
              <a:t>Core Objectives</a:t>
            </a:r>
          </a:p>
          <a:p>
            <a:pPr marL="0" lvl="1" indent="0">
              <a:lnSpc>
                <a:spcPct val="110000"/>
              </a:lnSpc>
              <a:buFont typeface="Arial" panose="020B0604020202020204" pitchFamily="34" charset="0"/>
              <a:buNone/>
            </a:pPr>
            <a:r>
              <a:rPr lang="en-US"/>
              <a:t>Enable verifiable, immutable, and protected digital transactions via desktop application and secure server deployment.</a:t>
            </a:r>
          </a:p>
          <a:p>
            <a:pPr marL="0" indent="0">
              <a:lnSpc>
                <a:spcPct val="110000"/>
              </a:lnSpc>
              <a:spcBef>
                <a:spcPts val="2500"/>
              </a:spcBef>
              <a:buFont typeface="Arial" panose="020B0604020202020204" pitchFamily="34" charset="0"/>
              <a:buNone/>
            </a:pPr>
            <a:r>
              <a:rPr lang="en-US" b="1"/>
              <a:t>Real-World Relevance</a:t>
            </a:r>
          </a:p>
          <a:p>
            <a:pPr marL="0" lvl="1" indent="0">
              <a:lnSpc>
                <a:spcPct val="110000"/>
              </a:lnSpc>
              <a:buFont typeface="Arial" panose="020B0604020202020204" pitchFamily="34" charset="0"/>
              <a:buNone/>
            </a:pPr>
            <a:r>
              <a:rPr lang="en-US"/>
              <a:t>Supports FinTech, e-commerce, and enterprise platforms by integrating payment gateways, networking, and cybersecurity.</a:t>
            </a:r>
          </a:p>
        </p:txBody>
      </p:sp>
    </p:spTree>
    <p:extLst>
      <p:ext uri="{BB962C8B-B14F-4D97-AF65-F5344CB8AC3E}">
        <p14:creationId xmlns:p14="http://schemas.microsoft.com/office/powerpoint/2010/main" val="129908896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_A04_8AF46A6B.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58D2D9-16F1-4E13-8040-407B575B2834}"/>
              </a:ext>
            </a:extLst>
          </p:cNvPr>
          <p:cNvSpPr>
            <a:spLocks noGrp="1"/>
          </p:cNvSpPr>
          <p:nvPr>
            <p:ph type="title"/>
          </p:nvPr>
        </p:nvSpPr>
        <p:spPr>
          <a:xfrm>
            <a:off x="457200" y="457200"/>
            <a:ext cx="4380272" cy="1453896"/>
          </a:xfrm>
        </p:spPr>
        <p:txBody>
          <a:bodyPr anchor="t">
            <a:normAutofit/>
          </a:bodyPr>
          <a:lstStyle/>
          <a:p>
            <a:r>
              <a:rPr lang="en-US"/>
              <a:t>Client-Server Architecture and Networking Design</a:t>
            </a:r>
          </a:p>
        </p:txBody>
      </p:sp>
      <p:pic>
        <p:nvPicPr>
          <p:cNvPr id="5" name="Content Placeholder 4" descr="Desktop computers connected in a network.See all my">
            <a:extLst>
              <a:ext uri="{FF2B5EF4-FFF2-40B4-BE49-F238E27FC236}">
                <a16:creationId xmlns:a16="http://schemas.microsoft.com/office/drawing/2014/main" id="{DDE3B623-4A1C-4516-8A7B-D0C0D640294B}"/>
              </a:ext>
            </a:extLst>
          </p:cNvPr>
          <p:cNvPicPr>
            <a:picLocks noGrp="1" noChangeAspect="1"/>
          </p:cNvPicPr>
          <p:nvPr>
            <p:ph type="pic" sz="quarter" idx="13"/>
          </p:nvPr>
        </p:nvPicPr>
        <p:blipFill>
          <a:blip r:embed="rId3"/>
          <a:srcRect l="5927" r="4629" b="1"/>
          <a:stretch>
            <a:fillRect/>
          </a:stretch>
        </p:blipFill>
        <p:spPr>
          <a:xfrm>
            <a:off x="20" y="2175642"/>
            <a:ext cx="5584186" cy="4682358"/>
          </a:xfrm>
        </p:spPr>
      </p:pic>
      <p:sp>
        <p:nvSpPr>
          <p:cNvPr id="4" name="Content Placeholder 3">
            <a:extLst>
              <a:ext uri="{FF2B5EF4-FFF2-40B4-BE49-F238E27FC236}">
                <a16:creationId xmlns:a16="http://schemas.microsoft.com/office/drawing/2014/main" id="{9F8A341B-7240-635D-18D3-4F8A0D3288E6}"/>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457201"/>
            <a:ext cx="5585925" cy="5875338"/>
          </a:xfrm>
        </p:spPr>
        <p:txBody>
          <a:bodyPr>
            <a:normAutofit/>
          </a:bodyPr>
          <a:lstStyle/>
          <a:p>
            <a:pPr marL="0" indent="0">
              <a:spcBef>
                <a:spcPts val="2500"/>
              </a:spcBef>
              <a:buFont typeface="Arial" panose="020B0604020202020204" pitchFamily="34" charset="0"/>
              <a:buNone/>
            </a:pPr>
            <a:r>
              <a:rPr lang="en-US" b="1"/>
              <a:t>Client Application Interface</a:t>
            </a:r>
          </a:p>
          <a:p>
            <a:pPr marL="0" lvl="1" indent="0">
              <a:buFont typeface="Arial" panose="020B0604020202020204" pitchFamily="34" charset="0"/>
              <a:buNone/>
            </a:pPr>
            <a:r>
              <a:rPr lang="en-US"/>
              <a:t>The client is a C# .NET desktop app using WPF or WinForms, enabling rich user interaction and service browsing.</a:t>
            </a:r>
          </a:p>
          <a:p>
            <a:pPr marL="0" indent="0">
              <a:spcBef>
                <a:spcPts val="2500"/>
              </a:spcBef>
              <a:buFont typeface="Arial" panose="020B0604020202020204" pitchFamily="34" charset="0"/>
              <a:buNone/>
            </a:pPr>
            <a:r>
              <a:rPr lang="en-US" b="1"/>
              <a:t>Server Backend and APIs</a:t>
            </a:r>
          </a:p>
          <a:p>
            <a:pPr marL="0" lvl="1" indent="0">
              <a:buFont typeface="Arial" panose="020B0604020202020204" pitchFamily="34" charset="0"/>
              <a:buNone/>
            </a:pPr>
            <a:r>
              <a:rPr lang="en-US"/>
              <a:t>The server uses ASP.NET Core Web API, handling business logic, database, blockchain, and payment gateways securely.</a:t>
            </a:r>
          </a:p>
          <a:p>
            <a:pPr marL="0" indent="0">
              <a:spcBef>
                <a:spcPts val="2500"/>
              </a:spcBef>
              <a:buFont typeface="Arial" panose="020B0604020202020204" pitchFamily="34" charset="0"/>
              <a:buNone/>
            </a:pPr>
            <a:r>
              <a:rPr lang="en-US" b="1"/>
              <a:t>Secure Communication Protocols</a:t>
            </a:r>
          </a:p>
          <a:p>
            <a:pPr marL="0" lvl="1" indent="0">
              <a:buFont typeface="Arial" panose="020B0604020202020204" pitchFamily="34" charset="0"/>
              <a:buNone/>
            </a:pPr>
            <a:r>
              <a:rPr lang="en-US"/>
              <a:t>Client-server communication employs secure channels with RESTful APIs over HTTPS and token-based authentication.</a:t>
            </a:r>
          </a:p>
          <a:p>
            <a:pPr marL="0" indent="0">
              <a:spcBef>
                <a:spcPts val="2500"/>
              </a:spcBef>
              <a:buFont typeface="Arial" panose="020B0604020202020204" pitchFamily="34" charset="0"/>
              <a:buNone/>
            </a:pPr>
            <a:r>
              <a:rPr lang="en-US" b="1"/>
              <a:t>Scalability and System Design</a:t>
            </a:r>
          </a:p>
          <a:p>
            <a:pPr marL="0" lvl="1" indent="0">
              <a:buFont typeface="Arial" panose="020B0604020202020204" pitchFamily="34" charset="0"/>
              <a:buNone/>
            </a:pPr>
            <a:r>
              <a:rPr lang="en-US"/>
              <a:t>Architecture supports multiple clients and future extensions like mobile and web interfaces for scalability.</a:t>
            </a:r>
          </a:p>
        </p:txBody>
      </p:sp>
    </p:spTree>
    <p:extLst>
      <p:ext uri="{BB962C8B-B14F-4D97-AF65-F5344CB8AC3E}">
        <p14:creationId xmlns:p14="http://schemas.microsoft.com/office/powerpoint/2010/main" val="233127383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_A05_E256904A.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5AC1F-5972-63D0-21AC-847455798E94}"/>
              </a:ext>
            </a:extLst>
          </p:cNvPr>
          <p:cNvSpPr>
            <a:spLocks noGrp="1"/>
          </p:cNvSpPr>
          <p:nvPr>
            <p:ph type="title"/>
          </p:nvPr>
        </p:nvSpPr>
        <p:spPr>
          <a:xfrm>
            <a:off x="457200" y="457200"/>
            <a:ext cx="4380272" cy="1453896"/>
          </a:xfrm>
        </p:spPr>
        <p:txBody>
          <a:bodyPr anchor="t">
            <a:normAutofit/>
          </a:bodyPr>
          <a:lstStyle/>
          <a:p>
            <a:r>
              <a:rPr lang="en-US"/>
              <a:t>Server-Based Deployment Strategy</a:t>
            </a:r>
          </a:p>
        </p:txBody>
      </p:sp>
      <p:pic>
        <p:nvPicPr>
          <p:cNvPr id="5" name="Content Placeholder 4" descr="Server network concept">
            <a:extLst>
              <a:ext uri="{FF2B5EF4-FFF2-40B4-BE49-F238E27FC236}">
                <a16:creationId xmlns:a16="http://schemas.microsoft.com/office/drawing/2014/main" id="{391080B4-265A-44B4-930B-8C15ED471317}"/>
              </a:ext>
            </a:extLst>
          </p:cNvPr>
          <p:cNvPicPr>
            <a:picLocks noGrp="1" noChangeAspect="1"/>
          </p:cNvPicPr>
          <p:nvPr>
            <p:ph type="pic" sz="quarter" idx="13"/>
          </p:nvPr>
        </p:nvPicPr>
        <p:blipFill>
          <a:blip r:embed="rId3"/>
          <a:srcRect l="8576" r="1980" b="1"/>
          <a:stretch>
            <a:fillRect/>
          </a:stretch>
        </p:blipFill>
        <p:spPr>
          <a:xfrm>
            <a:off x="20" y="2175642"/>
            <a:ext cx="5584186" cy="4682358"/>
          </a:xfrm>
        </p:spPr>
      </p:pic>
      <p:sp>
        <p:nvSpPr>
          <p:cNvPr id="4" name="Content Placeholder 3">
            <a:extLst>
              <a:ext uri="{FF2B5EF4-FFF2-40B4-BE49-F238E27FC236}">
                <a16:creationId xmlns:a16="http://schemas.microsoft.com/office/drawing/2014/main" id="{53F798BF-DD79-0BF4-5D14-BD6D28AE07A9}"/>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457201"/>
            <a:ext cx="5585925" cy="5875338"/>
          </a:xfrm>
        </p:spPr>
        <p:txBody>
          <a:bodyPr>
            <a:normAutofit/>
          </a:bodyPr>
          <a:lstStyle/>
          <a:p>
            <a:pPr marL="0" indent="0">
              <a:spcBef>
                <a:spcPts val="2500"/>
              </a:spcBef>
              <a:buFont typeface="Arial" panose="020B0604020202020204" pitchFamily="34" charset="0"/>
              <a:buNone/>
            </a:pPr>
            <a:r>
              <a:rPr lang="en-US" b="1"/>
              <a:t>Centralized Backend Server</a:t>
            </a:r>
          </a:p>
          <a:p>
            <a:pPr marL="0" lvl="1" indent="0">
              <a:buFont typeface="Arial" panose="020B0604020202020204" pitchFamily="34" charset="0"/>
              <a:buNone/>
            </a:pPr>
            <a:r>
              <a:rPr lang="en-US"/>
              <a:t>The backend server handles core operations like authentication, transaction processing, and blockchain logging centrally.</a:t>
            </a:r>
          </a:p>
          <a:p>
            <a:pPr marL="0" indent="0">
              <a:spcBef>
                <a:spcPts val="2500"/>
              </a:spcBef>
              <a:buFont typeface="Arial" panose="020B0604020202020204" pitchFamily="34" charset="0"/>
              <a:buNone/>
            </a:pPr>
            <a:r>
              <a:rPr lang="en-US" b="1"/>
              <a:t>Secure Deployment Configuration</a:t>
            </a:r>
          </a:p>
          <a:p>
            <a:pPr marL="0" lvl="1" indent="0">
              <a:buFont typeface="Arial" panose="020B0604020202020204" pitchFamily="34" charset="0"/>
              <a:buNone/>
            </a:pPr>
            <a:r>
              <a:rPr lang="en-US"/>
              <a:t>Deployment includes secure endpoints, HTTPS, environment variable management for sensitive credentials, ensuring data protection.</a:t>
            </a:r>
          </a:p>
          <a:p>
            <a:pPr marL="0" indent="0">
              <a:spcBef>
                <a:spcPts val="2500"/>
              </a:spcBef>
              <a:buFont typeface="Arial" panose="020B0604020202020204" pitchFamily="34" charset="0"/>
              <a:buNone/>
            </a:pPr>
            <a:r>
              <a:rPr lang="en-US" b="1"/>
              <a:t>Database and Blockchain Integration</a:t>
            </a:r>
          </a:p>
          <a:p>
            <a:pPr marL="0" lvl="1" indent="0">
              <a:buFont typeface="Arial" panose="020B0604020202020204" pitchFamily="34" charset="0"/>
              <a:buNone/>
            </a:pPr>
            <a:r>
              <a:rPr lang="en-US"/>
              <a:t>Database services store user data and metadata while blockchain nodes are managed server-side for secure logging.</a:t>
            </a:r>
          </a:p>
          <a:p>
            <a:pPr marL="0" indent="0">
              <a:spcBef>
                <a:spcPts val="2500"/>
              </a:spcBef>
              <a:buFont typeface="Arial" panose="020B0604020202020204" pitchFamily="34" charset="0"/>
              <a:buNone/>
            </a:pPr>
            <a:r>
              <a:rPr lang="en-US" b="1"/>
              <a:t>Enterprise Hosting and Monitoring</a:t>
            </a:r>
          </a:p>
          <a:p>
            <a:pPr marL="0" lvl="1" indent="0">
              <a:buFont typeface="Arial" panose="020B0604020202020204" pitchFamily="34" charset="0"/>
              <a:buNone/>
            </a:pPr>
            <a:r>
              <a:rPr lang="en-US"/>
              <a:t>This deployment model mirrors enterprise hosting with monitoring of system health, logs, and network activity.</a:t>
            </a:r>
          </a:p>
        </p:txBody>
      </p:sp>
    </p:spTree>
    <p:extLst>
      <p:ext uri="{BB962C8B-B14F-4D97-AF65-F5344CB8AC3E}">
        <p14:creationId xmlns:p14="http://schemas.microsoft.com/office/powerpoint/2010/main" val="379732385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_A06_81BD0FD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DDA1B-1A69-7581-12E5-2DDDAE534B58}"/>
              </a:ext>
            </a:extLst>
          </p:cNvPr>
          <p:cNvSpPr>
            <a:spLocks noGrp="1"/>
          </p:cNvSpPr>
          <p:nvPr>
            <p:ph type="ctrTitle"/>
          </p:nvPr>
        </p:nvSpPr>
        <p:spPr>
          <a:xfrm>
            <a:off x="457197" y="3507830"/>
            <a:ext cx="7772400" cy="2944368"/>
          </a:xfrm>
        </p:spPr>
        <p:txBody>
          <a:bodyPr anchor="b">
            <a:normAutofit/>
          </a:bodyPr>
          <a:lstStyle/>
          <a:p>
            <a:r>
              <a:rPr lang="en-US" sz="6800"/>
              <a:t>Blockchain, Cybersecurity, and Payment Integration</a:t>
            </a:r>
          </a:p>
        </p:txBody>
      </p:sp>
    </p:spTree>
    <p:extLst>
      <p:ext uri="{BB962C8B-B14F-4D97-AF65-F5344CB8AC3E}">
        <p14:creationId xmlns:p14="http://schemas.microsoft.com/office/powerpoint/2010/main" val="217665121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_A07_335FC2A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039763-8999-0C88-599D-CF2C50A3D4AB}"/>
              </a:ext>
            </a:extLst>
          </p:cNvPr>
          <p:cNvSpPr>
            <a:spLocks noGrp="1"/>
          </p:cNvSpPr>
          <p:nvPr>
            <p:ph type="title"/>
          </p:nvPr>
        </p:nvSpPr>
        <p:spPr>
          <a:xfrm>
            <a:off x="4541264" y="320040"/>
            <a:ext cx="7062472" cy="1105348"/>
          </a:xfrm>
        </p:spPr>
        <p:txBody>
          <a:bodyPr anchor="b">
            <a:normAutofit/>
          </a:bodyPr>
          <a:lstStyle/>
          <a:p>
            <a:r>
              <a:rPr lang="en-US"/>
              <a:t>Blockchain Integration for Secure and Tamper-Proof Transactions</a:t>
            </a:r>
          </a:p>
        </p:txBody>
      </p:sp>
      <p:pic>
        <p:nvPicPr>
          <p:cNvPr id="5" name="Content Placeholder 4" descr="Power of big data. Binary code information bit.">
            <a:extLst>
              <a:ext uri="{FF2B5EF4-FFF2-40B4-BE49-F238E27FC236}">
                <a16:creationId xmlns:a16="http://schemas.microsoft.com/office/drawing/2014/main" id="{71B0DE4D-4C07-49F2-B71D-B9DAE163B580}"/>
              </a:ext>
            </a:extLst>
          </p:cNvPr>
          <p:cNvPicPr>
            <a:picLocks noGrp="1" noChangeAspect="1"/>
          </p:cNvPicPr>
          <p:nvPr>
            <p:ph type="pic" sz="quarter" idx="13"/>
          </p:nvPr>
        </p:nvPicPr>
        <p:blipFill>
          <a:blip r:embed="rId3"/>
          <a:srcRect l="2930" r="18915"/>
          <a:stretch>
            <a:fillRect/>
          </a:stretch>
        </p:blipFill>
        <p:spPr>
          <a:xfrm>
            <a:off x="20" y="1"/>
            <a:ext cx="4019910" cy="6858000"/>
          </a:xfrm>
        </p:spPr>
      </p:pic>
      <p:sp>
        <p:nvSpPr>
          <p:cNvPr id="4" name="Content Placeholder 3">
            <a:extLst>
              <a:ext uri="{FF2B5EF4-FFF2-40B4-BE49-F238E27FC236}">
                <a16:creationId xmlns:a16="http://schemas.microsoft.com/office/drawing/2014/main" id="{5DAD9487-8FB3-C58C-B018-64A5C2508639}"/>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541264" y="1595300"/>
            <a:ext cx="7062472" cy="4768923"/>
          </a:xfrm>
        </p:spPr>
        <p:txBody>
          <a:bodyPr>
            <a:normAutofit/>
          </a:bodyPr>
          <a:lstStyle/>
          <a:p>
            <a:pPr marL="0" indent="0">
              <a:spcBef>
                <a:spcPts val="2500"/>
              </a:spcBef>
              <a:buFont typeface="Arial" panose="020B0604020202020204" pitchFamily="34" charset="0"/>
              <a:buNone/>
            </a:pPr>
            <a:r>
              <a:rPr lang="en-US" b="1"/>
              <a:t>Blockchain Data Security</a:t>
            </a:r>
          </a:p>
          <a:p>
            <a:pPr marL="0" lvl="1" indent="0">
              <a:buFont typeface="Arial" panose="020B0604020202020204" pitchFamily="34" charset="0"/>
              <a:buNone/>
            </a:pPr>
            <a:r>
              <a:rPr lang="en-US"/>
              <a:t>Blockchain ensures immutability and transparency by storing transaction hashes with cryptographic linking between blocks.</a:t>
            </a:r>
          </a:p>
          <a:p>
            <a:pPr marL="0" indent="0">
              <a:spcBef>
                <a:spcPts val="2500"/>
              </a:spcBef>
              <a:buFont typeface="Arial" panose="020B0604020202020204" pitchFamily="34" charset="0"/>
              <a:buNone/>
            </a:pPr>
            <a:r>
              <a:rPr lang="en-US" b="1"/>
              <a:t>SHA-256 Hashing</a:t>
            </a:r>
          </a:p>
          <a:p>
            <a:pPr marL="0" lvl="1" indent="0">
              <a:buFont typeface="Arial" panose="020B0604020202020204" pitchFamily="34" charset="0"/>
              <a:buNone/>
            </a:pPr>
            <a:r>
              <a:rPr lang="en-US"/>
              <a:t>Each transaction is hashed with SHA-256, making even small data changes produce different unique hashes.</a:t>
            </a:r>
          </a:p>
          <a:p>
            <a:pPr marL="0" indent="0">
              <a:spcBef>
                <a:spcPts val="2500"/>
              </a:spcBef>
              <a:buFont typeface="Arial" panose="020B0604020202020204" pitchFamily="34" charset="0"/>
              <a:buNone/>
            </a:pPr>
            <a:r>
              <a:rPr lang="en-US" b="1"/>
              <a:t>Verification and Fraud Prevention</a:t>
            </a:r>
          </a:p>
          <a:p>
            <a:pPr marL="0" lvl="1" indent="0">
              <a:buFont typeface="Arial" panose="020B0604020202020204" pitchFamily="34" charset="0"/>
              <a:buNone/>
            </a:pPr>
            <a:r>
              <a:rPr lang="en-US"/>
              <a:t>Transactions can be verified later by recomputing hashes, aiding in fraud prevention and audit trails.</a:t>
            </a:r>
          </a:p>
          <a:p>
            <a:pPr marL="0" indent="0">
              <a:spcBef>
                <a:spcPts val="2500"/>
              </a:spcBef>
              <a:buFont typeface="Arial" panose="020B0604020202020204" pitchFamily="34" charset="0"/>
              <a:buNone/>
            </a:pPr>
            <a:r>
              <a:rPr lang="en-US" b="1"/>
              <a:t>Private and Public Blockchains</a:t>
            </a:r>
          </a:p>
          <a:p>
            <a:pPr marL="0" lvl="1" indent="0">
              <a:buFont typeface="Arial" panose="020B0604020202020204" pitchFamily="34" charset="0"/>
              <a:buNone/>
            </a:pPr>
            <a:r>
              <a:rPr lang="en-US"/>
              <a:t>The project supports private blockchain simulations and connections to public test networks for versatile deployment.</a:t>
            </a:r>
          </a:p>
        </p:txBody>
      </p:sp>
    </p:spTree>
    <p:extLst>
      <p:ext uri="{BB962C8B-B14F-4D97-AF65-F5344CB8AC3E}">
        <p14:creationId xmlns:p14="http://schemas.microsoft.com/office/powerpoint/2010/main" val="86191376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_A08_FD8B829D.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FC8B6-8650-D1B1-917D-DD2A31C02D18}"/>
              </a:ext>
            </a:extLst>
          </p:cNvPr>
          <p:cNvSpPr>
            <a:spLocks noGrp="1"/>
          </p:cNvSpPr>
          <p:nvPr>
            <p:ph type="title"/>
          </p:nvPr>
        </p:nvSpPr>
        <p:spPr>
          <a:xfrm>
            <a:off x="457200" y="457200"/>
            <a:ext cx="4380272" cy="1453896"/>
          </a:xfrm>
        </p:spPr>
        <p:txBody>
          <a:bodyPr anchor="t">
            <a:normAutofit/>
          </a:bodyPr>
          <a:lstStyle/>
          <a:p>
            <a:r>
              <a:rPr lang="en-US"/>
              <a:t>Cybersecurity Mechanisms and Threat Protection</a:t>
            </a:r>
          </a:p>
        </p:txBody>
      </p:sp>
      <p:pic>
        <p:nvPicPr>
          <p:cNvPr id="5" name="Content Placeholder 4" descr="Network security cyber data protection encryption safety">
            <a:extLst>
              <a:ext uri="{FF2B5EF4-FFF2-40B4-BE49-F238E27FC236}">
                <a16:creationId xmlns:a16="http://schemas.microsoft.com/office/drawing/2014/main" id="{3B878EC9-4D91-4BC3-9677-29D9C47F771D}"/>
              </a:ext>
            </a:extLst>
          </p:cNvPr>
          <p:cNvPicPr>
            <a:picLocks noGrp="1" noChangeAspect="1"/>
          </p:cNvPicPr>
          <p:nvPr>
            <p:ph type="pic" sz="quarter" idx="13"/>
          </p:nvPr>
        </p:nvPicPr>
        <p:blipFill>
          <a:blip r:embed="rId3"/>
          <a:srcRect r="10556" b="1"/>
          <a:stretch>
            <a:fillRect/>
          </a:stretch>
        </p:blipFill>
        <p:spPr>
          <a:xfrm>
            <a:off x="20" y="2175642"/>
            <a:ext cx="5584186" cy="4682358"/>
          </a:xfrm>
        </p:spPr>
      </p:pic>
      <p:sp>
        <p:nvSpPr>
          <p:cNvPr id="4" name="Content Placeholder 3">
            <a:extLst>
              <a:ext uri="{FF2B5EF4-FFF2-40B4-BE49-F238E27FC236}">
                <a16:creationId xmlns:a16="http://schemas.microsoft.com/office/drawing/2014/main" id="{A1A7DF0E-49AF-F54C-2B9C-811E6AC4D2FD}"/>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457201"/>
            <a:ext cx="5585925" cy="5875338"/>
          </a:xfrm>
        </p:spPr>
        <p:txBody>
          <a:bodyPr>
            <a:normAutofit/>
          </a:bodyPr>
          <a:lstStyle/>
          <a:p>
            <a:pPr marL="0" indent="0">
              <a:spcBef>
                <a:spcPts val="2500"/>
              </a:spcBef>
              <a:buFont typeface="Arial" panose="020B0604020202020204" pitchFamily="34" charset="0"/>
              <a:buNone/>
            </a:pPr>
            <a:r>
              <a:rPr lang="en-US" b="1"/>
              <a:t>User Authentication Security</a:t>
            </a:r>
          </a:p>
          <a:p>
            <a:pPr marL="0" lvl="1" indent="0">
              <a:buFont typeface="Arial" panose="020B0604020202020204" pitchFamily="34" charset="0"/>
              <a:buNone/>
            </a:pPr>
            <a:r>
              <a:rPr lang="en-US"/>
              <a:t>User authentication uses SHA-256 hashed passwords and optional two-factor authentication with one-time passwords for strong access control.</a:t>
            </a:r>
          </a:p>
          <a:p>
            <a:pPr marL="0" indent="0">
              <a:spcBef>
                <a:spcPts val="2500"/>
              </a:spcBef>
              <a:buFont typeface="Arial" panose="020B0604020202020204" pitchFamily="34" charset="0"/>
              <a:buNone/>
            </a:pPr>
            <a:r>
              <a:rPr lang="en-US" b="1"/>
              <a:t>Data Encryption and Key Exchange</a:t>
            </a:r>
          </a:p>
          <a:p>
            <a:pPr marL="0" lvl="1" indent="0">
              <a:buFont typeface="Arial" panose="020B0604020202020204" pitchFamily="34" charset="0"/>
              <a:buNone/>
            </a:pPr>
            <a:r>
              <a:rPr lang="en-US"/>
              <a:t>Sensitive data is protected using AES encryption and RSA cryptography ensures secure key exchange and digital identity protection.</a:t>
            </a:r>
          </a:p>
          <a:p>
            <a:pPr marL="0" indent="0">
              <a:spcBef>
                <a:spcPts val="2500"/>
              </a:spcBef>
              <a:buFont typeface="Arial" panose="020B0604020202020204" pitchFamily="34" charset="0"/>
              <a:buNone/>
            </a:pPr>
            <a:r>
              <a:rPr lang="en-US" b="1"/>
              <a:t>Secure Network Communication</a:t>
            </a:r>
          </a:p>
          <a:p>
            <a:pPr marL="0" lvl="1" indent="0">
              <a:buFont typeface="Arial" panose="020B0604020202020204" pitchFamily="34" charset="0"/>
              <a:buNone/>
            </a:pPr>
            <a:r>
              <a:rPr lang="en-US"/>
              <a:t>HTTPS protocol safeguards client-server communication from man-in-the-middle attacks ensuring network security.</a:t>
            </a:r>
          </a:p>
          <a:p>
            <a:pPr marL="0" indent="0">
              <a:spcBef>
                <a:spcPts val="2500"/>
              </a:spcBef>
              <a:buFont typeface="Arial" panose="020B0604020202020204" pitchFamily="34" charset="0"/>
              <a:buNone/>
            </a:pPr>
            <a:r>
              <a:rPr lang="en-US" b="1"/>
              <a:t>Intrusion Detection and Alerts</a:t>
            </a:r>
          </a:p>
          <a:p>
            <a:pPr marL="0" lvl="1" indent="0">
              <a:buFont typeface="Arial" panose="020B0604020202020204" pitchFamily="34" charset="0"/>
              <a:buNone/>
            </a:pPr>
            <a:r>
              <a:rPr lang="en-US"/>
              <a:t>Monitoring of failed logins, suspicious IPs, and abnormal patterns triggers alerts for proactive threat management.</a:t>
            </a:r>
          </a:p>
        </p:txBody>
      </p:sp>
    </p:spTree>
    <p:extLst>
      <p:ext uri="{BB962C8B-B14F-4D97-AF65-F5344CB8AC3E}">
        <p14:creationId xmlns:p14="http://schemas.microsoft.com/office/powerpoint/2010/main" val="425377858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_A09_359F37F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90791-E02E-92E7-179C-C86A64867569}"/>
              </a:ext>
            </a:extLst>
          </p:cNvPr>
          <p:cNvSpPr>
            <a:spLocks noGrp="1"/>
          </p:cNvSpPr>
          <p:nvPr>
            <p:ph type="title"/>
          </p:nvPr>
        </p:nvSpPr>
        <p:spPr>
          <a:xfrm>
            <a:off x="457200" y="457200"/>
            <a:ext cx="4380272" cy="1453896"/>
          </a:xfrm>
        </p:spPr>
        <p:txBody>
          <a:bodyPr anchor="t">
            <a:normAutofit/>
          </a:bodyPr>
          <a:lstStyle/>
          <a:p>
            <a:r>
              <a:rPr lang="en-US"/>
              <a:t>Payment Gateway Integration and Secure Transaction Flow</a:t>
            </a:r>
          </a:p>
        </p:txBody>
      </p:sp>
      <p:pic>
        <p:nvPicPr>
          <p:cNvPr id="5" name="Content Placeholder 4" descr="Digital concept which shows abstract network and concept of security optimization and internet technology  ">
            <a:extLst>
              <a:ext uri="{FF2B5EF4-FFF2-40B4-BE49-F238E27FC236}">
                <a16:creationId xmlns:a16="http://schemas.microsoft.com/office/drawing/2014/main" id="{6A9A4DD3-FF2C-4980-A1E1-84FFDA78FF96}"/>
              </a:ext>
            </a:extLst>
          </p:cNvPr>
          <p:cNvPicPr>
            <a:picLocks noGrp="1" noChangeAspect="1"/>
          </p:cNvPicPr>
          <p:nvPr>
            <p:ph type="pic" sz="quarter" idx="13"/>
          </p:nvPr>
        </p:nvPicPr>
        <p:blipFill>
          <a:blip r:embed="rId3"/>
          <a:srcRect l="9515" r="12965"/>
          <a:stretch>
            <a:fillRect/>
          </a:stretch>
        </p:blipFill>
        <p:spPr>
          <a:xfrm>
            <a:off x="20" y="2175642"/>
            <a:ext cx="5584186" cy="4682358"/>
          </a:xfrm>
        </p:spPr>
      </p:pic>
      <p:sp>
        <p:nvSpPr>
          <p:cNvPr id="4" name="Content Placeholder 3">
            <a:extLst>
              <a:ext uri="{FF2B5EF4-FFF2-40B4-BE49-F238E27FC236}">
                <a16:creationId xmlns:a16="http://schemas.microsoft.com/office/drawing/2014/main" id="{94A198D1-C81F-3315-DF20-77A84ABD158B}"/>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457201"/>
            <a:ext cx="5585925" cy="5875338"/>
          </a:xfrm>
        </p:spPr>
        <p:txBody>
          <a:bodyPr>
            <a:normAutofit/>
          </a:bodyPr>
          <a:lstStyle/>
          <a:p>
            <a:pPr marL="0" indent="0">
              <a:spcBef>
                <a:spcPts val="2500"/>
              </a:spcBef>
              <a:buFont typeface="Arial" panose="020B0604020202020204" pitchFamily="34" charset="0"/>
              <a:buNone/>
            </a:pPr>
            <a:r>
              <a:rPr lang="en-US" b="1"/>
              <a:t>Payment Gateway Integration</a:t>
            </a:r>
          </a:p>
          <a:p>
            <a:pPr marL="0" lvl="1" indent="0">
              <a:buFont typeface="Arial" panose="020B0604020202020204" pitchFamily="34" charset="0"/>
              <a:buNone/>
            </a:pPr>
            <a:r>
              <a:rPr lang="en-US"/>
              <a:t>The platform integrates with payment gateways via sandbox environments for secure, risk-free transaction testing.</a:t>
            </a:r>
          </a:p>
          <a:p>
            <a:pPr marL="0" indent="0">
              <a:spcBef>
                <a:spcPts val="2500"/>
              </a:spcBef>
              <a:buFont typeface="Arial" panose="020B0604020202020204" pitchFamily="34" charset="0"/>
              <a:buNone/>
            </a:pPr>
            <a:r>
              <a:rPr lang="en-US" b="1"/>
              <a:t>Secure Transaction Flow</a:t>
            </a:r>
          </a:p>
          <a:p>
            <a:pPr marL="0" lvl="1" indent="0">
              <a:buFont typeface="Arial" panose="020B0604020202020204" pitchFamily="34" charset="0"/>
              <a:buNone/>
            </a:pPr>
            <a:r>
              <a:rPr lang="en-US"/>
              <a:t>Secure payment requests and callbacks ensure only confirmed transactions proceed to blockchain recording.</a:t>
            </a:r>
          </a:p>
          <a:p>
            <a:pPr marL="0" indent="0">
              <a:spcBef>
                <a:spcPts val="2500"/>
              </a:spcBef>
              <a:buFont typeface="Arial" panose="020B0604020202020204" pitchFamily="34" charset="0"/>
              <a:buNone/>
            </a:pPr>
            <a:r>
              <a:rPr lang="en-US" b="1"/>
              <a:t>Blockchain Transaction Logging</a:t>
            </a:r>
          </a:p>
          <a:p>
            <a:pPr marL="0" lvl="1" indent="0">
              <a:buFont typeface="Arial" panose="020B0604020202020204" pitchFamily="34" charset="0"/>
              <a:buNone/>
            </a:pPr>
            <a:r>
              <a:rPr lang="en-US"/>
              <a:t>Confirmed payments are logged on blockchain with verification codes linked to transaction hashes for consistency.</a:t>
            </a:r>
          </a:p>
          <a:p>
            <a:pPr marL="0" indent="0">
              <a:spcBef>
                <a:spcPts val="2500"/>
              </a:spcBef>
              <a:buFont typeface="Arial" panose="020B0604020202020204" pitchFamily="34" charset="0"/>
              <a:buNone/>
            </a:pPr>
            <a:r>
              <a:rPr lang="en-US" b="1"/>
              <a:t>Security and Validation Controls</a:t>
            </a:r>
          </a:p>
          <a:p>
            <a:pPr marL="0" lvl="1" indent="0">
              <a:buFont typeface="Arial" panose="020B0604020202020204" pitchFamily="34" charset="0"/>
              <a:buNone/>
            </a:pPr>
            <a:r>
              <a:rPr lang="en-US"/>
              <a:t>Integration includes secure API usage, transaction validation, and rollback handling to maintain trust and accountability.</a:t>
            </a:r>
          </a:p>
        </p:txBody>
      </p:sp>
    </p:spTree>
    <p:extLst>
      <p:ext uri="{BB962C8B-B14F-4D97-AF65-F5344CB8AC3E}">
        <p14:creationId xmlns:p14="http://schemas.microsoft.com/office/powerpoint/2010/main" val="89962699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_0_5DA6EDA8.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_80000000_BBE0204D.xml><?xml version="1.0" encoding="utf-8"?>
<a:theme xmlns:a="http://schemas.openxmlformats.org/drawingml/2006/main" name="Bevel">
  <a:themeElements>
    <a:clrScheme name="Bevel">
      <a:dk1>
        <a:srgbClr val="090909"/>
      </a:dk1>
      <a:lt1>
        <a:sysClr val="window" lastClr="FFFFFF"/>
      </a:lt1>
      <a:dk2>
        <a:srgbClr val="1D1D1D"/>
      </a:dk2>
      <a:lt2>
        <a:srgbClr val="F1F2F3"/>
      </a:lt2>
      <a:accent1>
        <a:srgbClr val="2A38D5"/>
      </a:accent1>
      <a:accent2>
        <a:srgbClr val="F15928"/>
      </a:accent2>
      <a:accent3>
        <a:srgbClr val="00B4E6"/>
      </a:accent3>
      <a:accent4>
        <a:srgbClr val="0372FF"/>
      </a:accent4>
      <a:accent5>
        <a:srgbClr val="9196F3"/>
      </a:accent5>
      <a:accent6>
        <a:srgbClr val="90A0AD"/>
      </a:accent6>
      <a:hlink>
        <a:srgbClr val="F15928"/>
      </a:hlink>
      <a:folHlink>
        <a:srgbClr val="00B4E6"/>
      </a:folHlink>
    </a:clrScheme>
    <a:fontScheme name="Bierstad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evel" id="{100FCF00-15B7-4133-8EAA-9E95FFA55C03}" vid="{3D76F99D-2F24-4330-96C8-43722B676102}"/>
    </a:ext>
  </a:extLst>
</a:theme>
</file>

<file path=docProps/core.xml><?xml version="1.0" encoding="utf-8"?>
<cp:coreProperties xmlns:cp="http://schemas.openxmlformats.org/package/2006/metadata/core-properties" xmlns:dc="http://purl.org/dc/elements/1.1/" xmlns:dcterms="http://purl.org/dc/terms/" xmlns:xsi="http://www.w3.org/2001/XMLSchema-instance">
  <dc:creator>2457786@cognizant.com</dc:creator>
  <cp:lastModifiedBy>2457786@cognizant.com</cp:lastModifiedBy>
</cp:coreProperties>
</file>